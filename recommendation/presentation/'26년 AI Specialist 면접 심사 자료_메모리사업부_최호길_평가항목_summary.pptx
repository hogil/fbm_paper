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10년 제조품질 현장 경험을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메모리 Photo BBD/Overlay/CD 계측 분석 10년 + QIE AI 실무 3년, 13년차 / 연세대 인공지능 석사 병행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48매 단위 조회 한계, human review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Failbit Map + 대량 viewer + Known 및 Unknown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2-combo failure GT 부족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NB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anomaly label scarcity,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episode generation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공정개발 결과 map을 대량 검색·검토·AI validation 가능한 운영 구조로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발표 구조: 개발배경·문제 → AI 필요성 → 개발내용 → 성과·적용 → 확장·본인기여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최종 map 수작업 검토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viewer + AI 검증 구조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48매 조회·human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pipeline·viewer·model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양산 운영·object-id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wafer 한 장 약 1,000만 test value, 하루 약 2만 장 누적. raw log는 대량 조회와 AI 입력에 부적합 → hex-to-grade는 Cython 가속, 8단계 grade 특성으로 palette PNG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불량이 국소 영역에 몰려 있어 그 외 배경까지 보는 Transformer보다 locality에 강한 CNN이 유리하다고 판단 (연세대 인공지능학과 전해곤 교수 자문). ConvNeXtV2는 MaxViT와 F1 0.87 동급이면서 더 가벼움</a:t>
            </a:r>
          </a:p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00921"/>
            <a:ext cx="2571750" cy="257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043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800921"/>
            <a:ext cx="2571750" cy="25717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261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07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800921"/>
            <a:ext cx="2571750" cy="2571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1130" y="2800921"/>
            <a:ext cx="2571750" cy="2571750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800921"/>
            <a:ext cx="2571750" cy="257175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14282" y="2874073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8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 신뢰도가 낮음. 이 경우만 ROI-YOLO로 chip class와 배치까지 확인해 구분. Optuna 0.92 → 2-stage 0.95.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175504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175504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Measure value 한계를 image multi-label supervision으로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발표 구조: 개발배경·문제 → AI 필요성 → 개발내용 → 성과·적용 → 확장·본인기여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chip 내 중복 failure 확인 한계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single source → 2-combo supervision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measure value 한계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FCM-PM·val-margin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bit-F1·FAR·KD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Measure value로 중복 failure 확인이 어려워 image multi-label이 필요합니다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확보가 현실적으로 어려워 single-failure source에서 FCM-PM supervision을 구성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017520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30368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95144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30368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36592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 output bits independently checked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241548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863340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23240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54330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85419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4165092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02352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175504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One known profile matched → ACCEPT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No profile matched → REJECT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304288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9216" y="2304288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NI/OOD FAR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670048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70048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selected single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182112"/>
            <a:ext cx="33101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182112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73552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273552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best-F1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639312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639312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upper-bound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151376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151376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242816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4242816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single-student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4608576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08576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deploy candidate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real abnormal label 부족으로 막힌 trend anomaly 검증을 episode generator로 구성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발표 구조: 개발배경·문제 → AI 필요성 → 개발내용 → 성과·적용 → 확장·본인기여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abnormal label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generator + binary validation 구성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abnormal label 부족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episode generator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benchmark·binary validation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샘플링. anomaly injection은 다음 장에서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1" name="Picture 90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3" name="Picture 92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운영 유지보수 (재학습/모니터링)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현업 CSV predict-검토-fine-tune 재학습 wrapper (P3), NT sweep FN/FP 모니터링, viewer label-retrain 루프 (P1)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69864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계획 (타 공정/제품)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episode generator config 재현으로 타 공정 복제 (P3), obj-id map Stage-2 [개발 중], image+measure multimodal (P1)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평가 항목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기술 전문성, 기술 리더십, 기술성과를 증거로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3444240" cy="10972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AI 문제정의, 모델/실험, 데이터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backbone scan에서 ROI cascade로 F1 0.95, FCM-PM bit-F1 0.9927, episode-gen binary-F1 0.9967 — 기법 선택과 설계, 실험으로 성능 개선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P1: wafer 약 1,000만 value, 일 2만 wafer 조건에서 Cython 100배 가속, palette PNG 75% 절감, viewer 설계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 Known/Unknown: CNN+ROI cascade F1 0.78→0.95, contrastive+MoCo+NeCo noise 15.78%→0.00%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P2/P3: FCM-PM, val-margin, NB reject로 bit_F1 0.9927 / FAR 0.00%, episode generator로 binary-F1 0.9967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928" y="1847088"/>
            <a:ext cx="3444240" cy="109728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6384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6384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협업, 기술 의사결정, 조직 확산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6384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6384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DRAM 전제품 분석 파트 일 2만 wafer 매일 운영, 교수 자문 기반 기법 선정, BBD/Overlay/CD 도메인 경험을 generator 규칙으로 코드화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현업 엔지니어, 관리자와 협업하며 P1/P2/P3 데이터, 모델, 검증 구조를 직접 주도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ConvNeXtV2, ROI-YOLO, object-id map, FCM-PM, NeCo 선택 이유를 반도체 데이터 특성과 연결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Confluence, GitHub, 사내 세미나, 동료 코드 교육으로 모델 선택, fine-tuning, 학습 안정화 노하우 공유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0624" y="1847088"/>
            <a:ext cx="3444240" cy="109728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80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80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양산 적용, KPI 개선, 확장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0080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0080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양산 적용 공수 90% 감소와 P3WN 수율 +0.02%p, 수상 3건, 타 제품과 multimodal 확장 로드맵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 viewer는 DRAM D1a/b/c/d 분석 파트에서 매일 사용 중, 48매 조회 한계를 대량 조회/검토 구조로 확장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Known/Unknown 모델은 GPU 배포 대기, object-id map은 detector cost를 줄이는 차세대 Stage-2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P2/P3는 label 부족 문제를 synthetic validation으로 확장해 타 제품/공정 적용 기반 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980176"/>
            <a:ext cx="10771632" cy="438912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5980176"/>
            <a:ext cx="91440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5980176"/>
            <a:ext cx="1031443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본인 기여 — P1 60%, P2 80%, P3 70%를 직접 설계하고 구현, 제조품질 문제를 AI 관점으로 재정의해 데이터 처리부터 모델 설계, 검증, 현업 확산까지 연결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