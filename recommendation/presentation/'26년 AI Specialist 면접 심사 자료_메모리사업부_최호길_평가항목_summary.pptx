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10년 제조품질 현장 경험을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메모리 Photo BBD/Overlay/CD 계측 분석 10년 + QIE AI 실무 3년, 13년차 / 연세대 인공지능 석사 병행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Known 고질불량 정확 파악, Unknown 신규불량 조기검출, 대량 UI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FBM + ultra-fast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NB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Known 고질불량 분류, Unknown 신규불량 후보 검출, 대규모 Failbit Map 초고속 UI 조회를 운영 구조로 통합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FBM 48매 조회 한계, 대량 이미지 초고속 검토와 고질 불량 정확 파악, 신규 불량 신속 확인 필요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raw log를 좌표 보존 이미지로 대량 변환, 초고속 viewer engine, Known 2-stage 분류, label 없는 Unknown 군집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60%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양산 운영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viewer +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소량 수작업 검토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image UI + AI 검증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Known/Unknown + 대량 UI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pipeline·viewer·model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양산 운영·object-id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wafer 한 장 약 1,000만 test value, 하루 약 2만 장 누적. raw log는 대량 조회와 AI 입력에 부적합 → hex-to-grade는 Cython 가속, 8단계 grade 특성으로 palette PNG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불량이 국소 영역에 몰려 있어 그 외 배경까지 보는 Transformer보다 locality에 강한 CNN이 유리하다고 판단 (연세대 인공지능학과 전해곤 교수 자문). ConvNeXtV2는 MaxViT와 F1 0.87 동급이면서 더 가벼움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0921"/>
            <a:ext cx="2571750" cy="257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043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800921"/>
            <a:ext cx="2571750" cy="2571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800921"/>
            <a:ext cx="2571750" cy="2571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1130" y="2800921"/>
            <a:ext cx="2571750" cy="2571750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800921"/>
            <a:ext cx="2571750" cy="257175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14282" y="2874073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 신뢰도가 낮음. 이 경우만 ROI-YOLO로 chip class와 배치까지 확인해 구분. Optuna 0.92 → 2-stage 0.95.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75504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75504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Measure value 한계와 2-combo label 불가를 image multi-label supervision으로 해결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measure value로는 chip 내 중복 결함(2-combo)을 확인할 수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single label도 부족, 2-combo label 수집 불가능, single source에서 FCM-PM으로 2-combo 합성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80%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개발 중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GPU 배포 예정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measure value 한계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single source → 2-combo supervision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중복 failure 확인 한계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FCM-PM·val-margin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bit-F1·FAR·KD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Measure value로 중복 failure 확인이 어려워 image multi-label이 필요합니다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확보가 현실적으로 어려워 single-failure source에서 FCM-PM supervision을 구성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real abnormal label 부족을 domain-rule episode generator와 binary validation으로 해결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14800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14800"/>
            <a:ext cx="82296" cy="4114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114800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현업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BBD/Overlay/CD trend 수동 모니터링, 초보자 누락과 spec-in 사고 위험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4581144"/>
            <a:ext cx="7863840" cy="4114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4581144"/>
            <a:ext cx="82296" cy="411480"/>
          </a:xfrm>
          <a:prstGeom prst="rect">
            <a:avLst/>
          </a:prstGeom>
          <a:solidFill>
            <a:srgbClr val="556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4581144"/>
            <a:ext cx="1143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기술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581144"/>
            <a:ext cx="6355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실제 이상 label 희소, episode generator로 trend와 anomaly, noise 합성 후 binary gate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본인 70%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직접 설계/구현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PoC</a:t>
            </a:r>
          </a:p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현업 검증 예정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부족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generator + validation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rule-based generator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benchmark·binary validation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샘플링. anomaly injection은 다음 장에서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운영 유지보수 (재학습/모니터링)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현업 CSV predict-검토-fine-tune 재학습 wrapper (P3), NT sweep FN/FP 모니터링, viewer label-retrain 루프 (P1)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69864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계획 (타 공정/제품)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episode generator config 재현으로 타 공정 복제 (P3), obj-id map Stage-2 [개발 중], image+measure multimodal (P1)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채점표 기준으로 핵심 증거를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3444240" cy="3584448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3444240" cy="10972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문제정의, 모델/실험, data pipeline, 운영 loop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63824"/>
            <a:ext cx="3005328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[P1] Known·Unknown+대량 UI 정의, pipeline + F1 0.78→0.95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[P2] measure value·2-combo label 한계 → FCM-PM/val-margin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[P3] real abnormal 부족 → episode generator/binary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1847088"/>
            <a:ext cx="3444240" cy="3584448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1847088"/>
            <a:ext cx="3444240" cy="109728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6384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6384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협업, 기술 의사결정, 조직 확산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6384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384" y="3163824"/>
            <a:ext cx="3005328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현업 엔지니어/관리자와 viewer 운영·검증 flow 주도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DRAM 전제품 coverage, Confluence/세미나/코드 교육으로 확산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교수 자문과 반도체 데이터 특성을 기술 의사결정에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1847088"/>
            <a:ext cx="3444240" cy="3584448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0624" y="1847088"/>
            <a:ext cx="3444240" cy="109728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80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80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양산 적용, KPI 개선, 확장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0080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0080" y="3163824"/>
            <a:ext cx="3005328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[P1] viewer 일 2만 wafer 운영, 공수 90% 감소, 수율 +0.02%p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[P1] object-id map, image+measure multimodal로 확장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[P2/P3] controlled validation과 generator config로 타 제품 적용 기반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77840"/>
            <a:ext cx="10771632" cy="841248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5577840"/>
            <a:ext cx="91440" cy="8412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5577840"/>
            <a:ext cx="1031443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 — 과제별 직접 설계/구현 범위</a:t>
            </a:r>
          </a:p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P1 60% — fail-map pipeline, 운영 viewer 기여, Known 2-stage, Unknown contrastive 직접 설계와 구현</a:t>
            </a:r>
          </a:p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P2 80% — single source 정의, FCM-PM, Pair Mask, val-margin, NB reject 전 구간 직접 설계</a:t>
            </a:r>
          </a:p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P3 70% — episode generator, Region/Noise/Anomaly 규칙, 정상 산포 보정, binary gate PoC 직접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프로젝트별 양식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프로젝트를 공식 양식 2~6번으로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01952"/>
            <a:ext cx="3444240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01952"/>
            <a:ext cx="3444240" cy="10972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157984"/>
            <a:ext cx="493776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57984"/>
            <a:ext cx="49377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2121408"/>
            <a:ext cx="2438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70" b="1">
                <a:solidFill>
                  <a:srgbClr val="0F1E3D"/>
                </a:solidFill>
                <a:latin typeface="맑은 고딕"/>
                <a:ea typeface="맑은 고딕"/>
              </a:rPr>
              <a:t>Failbit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615184"/>
            <a:ext cx="304190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779776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79776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 소개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24" y="2761488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Known 고질불량 정확 파악, Unknown 후보 조기검출, 대량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310128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10128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3 개발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92224" y="3291840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FBM pipeline/viewer + Known/Unknown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840480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4 성과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3822192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일 2만 wafer 운영, 공수 90%↓, 정량 KPI 기여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370832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70832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5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92224" y="4352544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object-id map, image+measure multimodal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901184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901184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6 기여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92224" y="4882896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pipeline/viewer/model E2E 설계·구현, 60%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5394960"/>
            <a:ext cx="3041904" cy="219456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5394960"/>
            <a:ext cx="28956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전문성+성과 중심, 양산 운영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6928" y="1901952"/>
            <a:ext cx="3444240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6928" y="1901952"/>
            <a:ext cx="3444240" cy="109728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096" y="2157984"/>
            <a:ext cx="493776" cy="292608"/>
          </a:xfrm>
          <a:prstGeom prst="round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8096" y="2157984"/>
            <a:ext cx="49377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1600" y="2121408"/>
            <a:ext cx="2438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7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8096" y="2615184"/>
            <a:ext cx="304190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78096" y="2779776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8096" y="2779776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2 소개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5920" y="2761488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measure value 한계, 2-combo label 확보 현실적으로 불가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8096" y="3310128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8096" y="3310128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3 개발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5920" y="3291840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FCM-PM, val-margin, NB reject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8096" y="3840480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8096" y="3840480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4 성과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5920" y="3822192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bit-F1 0.9927, FAR 0.00% validation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8096" y="4370832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8096" y="4370832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5 확장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5920" y="4352544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KD/threshold gate, 1x deploy candidate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8096" y="4901184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8096" y="4901184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6 기여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55920" y="4882896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FCM-PM/selection/reject 설계·검증, 80%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8096" y="5394960"/>
            <a:ext cx="3041904" cy="219456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51248" y="5394960"/>
            <a:ext cx="28956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전문성+리더십 중심, label 부족 해결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0624" y="1901952"/>
            <a:ext cx="3444240" cy="384048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40624" y="1901952"/>
            <a:ext cx="3444240" cy="109728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241792" y="2157984"/>
            <a:ext cx="493776" cy="292608"/>
          </a:xfrm>
          <a:prstGeom prst="round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41792" y="2157984"/>
            <a:ext cx="49377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45296" y="2121408"/>
            <a:ext cx="2438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7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41792" y="2615184"/>
            <a:ext cx="304190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241792" y="2779776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41792" y="2779776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2 소개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9616" y="2761488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real abnormal 부족, trend validation 병목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41792" y="3310128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41792" y="3310128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3 개발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9616" y="3291840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domain-rule generator + binary validation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41792" y="3840480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41792" y="3840480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4 성과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9616" y="3822192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7,000 benchmark, binary-F1 0.9967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41792" y="4370832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41792" y="4370832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5 확장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19616" y="4352544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real trend 검증, L1 monitoring 확장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41792" y="4901184"/>
            <a:ext cx="786384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41792" y="4901184"/>
            <a:ext cx="7863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6 기여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19616" y="4882896"/>
            <a:ext cx="21092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F2E"/>
                </a:solidFill>
                <a:latin typeface="맑은 고딕"/>
                <a:ea typeface="맑은 고딕"/>
              </a:rPr>
              <a:t>10년 BBD/Overlay/CD rule 코드화, 70%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41792" y="5394960"/>
            <a:ext cx="3041904" cy="219456"/>
          </a:xfrm>
          <a:prstGeom prst="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14944" y="5394960"/>
            <a:ext cx="28956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전문성+확장성 중심, 검증체계 구축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13232" y="5961888"/>
            <a:ext cx="10771632" cy="4572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13232" y="5961888"/>
            <a:ext cx="91440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9264" y="5961888"/>
            <a:ext cx="103144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채점표 대응 — 기술 전문성: 문제정의·모델·pipeline / 기술 리더십: 의사결정·확산 / 기술성과: 양산·KPI·확장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