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10년 제조품질 현장 경험을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48매 단위 조회 한계, human review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좌표 보존 Failbit Map + 대량 viewer + Known 및 Unknown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584192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8592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2-combo failure GT 부족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4192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98592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+ val-margin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11040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11040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84192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8592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345424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9824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anomaly label scarcity, validation bottleneck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5424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episode generation + binary validation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2272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72272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45424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59824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제조품질 AI | Domain-informed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Failbit Map
Known &amp; Unknown 분석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대량 Failbit Map을 검색, 검토, 모델 학습이 가능한 운영 구조로 확장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48매 단위 수작업 검토를 대량 Failbit Map 변환, 검색, 검토 체계로 확장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양산 운영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viewer + 처리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실전 검증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P1은 양산 운영, P2/P3은 validation/PoC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조회 48매 한계, 수작업 검토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wafer 규모의 변환, 검색, 검토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Data asset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좌표 보존 FBM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AI 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Known &amp; Unknown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8308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8308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86000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58568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551176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633472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916936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255264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227832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645152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617720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910328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992624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276088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614416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586984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879592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879592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Motivation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wafer 한 장 약 1,000만 test value, 하루 약 2만 장 누적. raw log는 대량 조회와 AI 입력에 부적합 → hex-to-grade는 Cython 가속, 8단계 grade 특성으로 palette PNG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불량이 국소 영역에 몰려 있어 그 외 배경까지 보는 Transformer보다 locality에 강한 CNN이 유리하다고 판단 (연세대 인공지능학과 전해곤 교수 자문). ConvNeXtV2는 MaxViT와 F1 0.87 동급이면서 더 가벼움</a:t>
            </a:r>
          </a:p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00921"/>
            <a:ext cx="2571750" cy="257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57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043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800921"/>
            <a:ext cx="2571750" cy="25717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261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07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800921"/>
            <a:ext cx="2571750" cy="2571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41130" y="2800921"/>
            <a:ext cx="2571750" cy="2571750"/>
          </a:xfrm>
          <a:prstGeom prst="rect">
            <a:avLst/>
          </a:prstGeom>
          <a:solidFill>
            <a:srgbClr val="E4EAF4"/>
          </a:solidFill>
          <a:ln w="24130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800921"/>
            <a:ext cx="2571750" cy="257175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14282" y="2874073"/>
            <a:ext cx="1024128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Detection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8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 신뢰도가 낮음. 이 경우만 ROI-YOLO로 chip class와 배치까지 확인해 구분. Optuna 0.92 → 2-stage 0.95.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19072"/>
          <a:ext cx="1097280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175504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175504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6" name="Picture 5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9" name="Picture 8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2" name="Picture 11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5" name="Picture 14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 발견 contrastive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8" name="Picture 7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SimCLR: positive-pair alignment with in-batch negative contrast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5" name="Oval 14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7" name="Oval 16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4" name="Oval 23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3" name="Oval 32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5" name="Oval 34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filter: potential false-negative exclusion preserves cluster compactness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파트에서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매일 사용 중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라벨 부족 대응 | Multi-label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Chip Multi-label
FCM-PM classification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single-failure source에서 2-combo supervision을 구성한 synthetic validation 과제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실제 2-combo GT가 부족한 조건에서 single-failure source를 조합해 학습 신호와 평가 구조를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single-source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supervision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tail control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FAR 억제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Synthetic PoC, 2-combo learning signal + negative-tail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2-combo GT 부족, FAR tail 발생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FCM-PM + val-margin으로 tail 억제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2-combo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synthetic PoC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FAR tail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negative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single-failure 원천 기반 2-combo 평가셋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real 2-combo GT 부족
limited supervision / validation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single-failure source만 보유
직접적인 2-combo supervision 없음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3,850-chip benchmark
2-combo/negative tail 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train split 이후 train source 안에서만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evaluation requires combo classes and negative 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distribution gap requires probability modeling and reject logic.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2-combo GT가 부족한 조건에서 FCM은 failure coverage를 보존하고, Pair Mask는 합성 배경 loss를 분리해 FAR tail을 낮춤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Mixup은 0~7 grade 의미를 흐리고, diffusion은 label 및 compute 부담이 큼. 그래서 원값을 보존하는 CutMix 계열에서 FCM-PM을 설계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NB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91440" cy="45262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194560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532888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2184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2532888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2532888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9352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2728" y="3949843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4195633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064" y="4175151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3847430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8" y="4103462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68296" y="4072738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7672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9192" y="3724535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0360" y="3980567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81528" y="3929360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0904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499226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93592" y="3826947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3796224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74136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5656" y="3642604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06824" y="3540192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3519709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9576" y="4379976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72384" y="2743200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1064" y="2779776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3017520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" y="5029200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0120" y="5230368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8136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95144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1568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01568" y="5230368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584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36592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1627632"/>
            <a:ext cx="91440" cy="4526280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1967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NB reject: independent bit-likelihood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2176272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4 output bits independently checked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432304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99.7% range per bit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6248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0296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7963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67792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651882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0296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67179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40514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06681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0296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67179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40514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15642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0296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67179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40514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997720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84264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39128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5976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65592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8744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49640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908084" y="3241548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97914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064081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38744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76523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49858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4986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38744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90162" y="3863340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7999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46159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38744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49640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76523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49858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616025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93608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2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74936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48088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48088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158984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96651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886480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97058" y="323240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48088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8984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85867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59202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494203" y="354330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48088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8984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185867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5920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6280" y="385419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48088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158984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185867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9202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458358" y="4165092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902952" y="4535424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957816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84664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56248" y="5102352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65976" y="5175504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One known profile matched → ACCEPT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5413247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No profile matched → REJECT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537960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537960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65976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65976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91272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979408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979408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07424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07424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0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Negative-tail and deployment 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304288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9216" y="2304288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NI/OOD FAR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2670048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70048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selected single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182112"/>
            <a:ext cx="33101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3182112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273552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273552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best-F1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639312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639312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upper-bound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151376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4151376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4242816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6" y="4242816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single-student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4608576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608576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deploy candidate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Episode generation | Binary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episode generation과 binary validation으로 real abnormal label 부족을 보완한 과제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현장 trend 판정 기준을 episode 생성 규칙으로 옮기고, normal/abnormal binary validation으로 검증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benchmark 확보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binary 검증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Synthetic benchmark 기반 episode generation + binary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real abnormal label 부족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episode benchmark 확보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Benchmark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Validation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binary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정상 trend는 region별 baseline 위에 episode density와 noise family를 분리해 샘플링. anomaly injection은 다음 장에서 분리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1" name="Picture 90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3" name="Picture 92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● 완료 / 진행 중</a:t>
            </a: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       ○ 예정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989320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P1/P2=2026.09 GPU 배포 검증 / P3=2026.12 현업 검증 완료 / 향후=현업 확대 적용, chip classifier 대체, image+measure-value multimodal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평가 항목 대응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기술 전문성, 리더십, 성과를 증거로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47088"/>
            <a:ext cx="3444240" cy="10972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AI 문제정의 · 모델/실험 · 데이터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P1: wafer 약 1,000만 value, 일 2만 wafer 조건에서 Cython 100배 가속, palette PNG 75% 절감, viewer 설계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 Known/Unknown: CNN+ROI cascade F1 0.78→0.95, contrastive+MoCo+NeCo noise 15.78%→0.00%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P2: FCM-PM, val-margin, NB reject로 single source에서 bit_F1 0.9927 / FAR 0.00%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P3: 10년 trend 판정 경험을 Region 5, Noise 3, Anomaly 5 generator로 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6928" y="1847088"/>
            <a:ext cx="3444240" cy="109728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6384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6384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협업 · 기술 의사결정 · 조직 확산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6384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6384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현업 엔지니어, 관리자, AI 센터와 협업하며 P1/P2/P3 데이터, 모델, 검증 구조를 직접 주도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ConvNeXtV2, ROI-YOLO, object-id map, FCM-PM, NeCo 선택 이유를 반도체 데이터 특성과 연결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DRAM YE, MI 기술팀, PA/Defect 제어팀 대상 발표와 시연으로 현업 활용을 확산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Confluence, GitHub, 사내 세미나, 동료 코드 교육으로 모델 선택, fine-tuning, 학습 안정화 노하우 공유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624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0624" y="1847088"/>
            <a:ext cx="3444240" cy="109728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0080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0080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양산 적용 · KPI 개선 · 확장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0080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0080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 viewer는 DRAM D1a/b/c/d 분석 파트에서 매일 사용 중, 48매 조회 한계를 대량 조회/검토 구조로 확장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공수 90% 절감과 수율 +0.02%p 개선 1건을 정량 산정 기여로 인정, Good Challenger 및 MTC 1등급 채택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Known/Unknown 모델은 GPU 배포 대기, object-id map은 detector cost를 줄이는 차세대 Stage-2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P2/P3는 label 부족 문제를 synthetic validation으로 확장해 타 제품/공정 적용 기반 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980176"/>
            <a:ext cx="10771632" cy="438912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5980176"/>
            <a:ext cx="91440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5980176"/>
            <a:ext cx="1031443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핵심 기여: 제조품질 문제를 AI 관점으로 재정의하고, 데이터 처리·모델 설계·검증·현업 확산까지 직접 연결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