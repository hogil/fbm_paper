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현장 판정 기준을 순차 episode 생성 규칙으로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한 chart는 같은 device/step/item을 여러 설비(fleet)가 함께 찍은 trend이고, 그중 한 설비를 판정 대상으로 봅니다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baseline은 episode(자기완결 한 구간)를 하나씩 완결 생성하고 다음으로 넘어가며 이어 붙입니다. episode마다 측정 밀도(밀집/희소/결핍)와 산포가 다르고, 변동은 노이즈 3종으로 재현합니다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순차 episode 생성(sequential episode generation) — episode는 자기완결 한 구간(=segment), 이어 붙여 trend 한 장을 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276" y="3365136"/>
            <a:ext cx="6584407" cy="2587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276" y="3374136"/>
            <a:ext cx="6566407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영역, 노이즈, 이상 규칙으로 코드화 — episode를 순차로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검증 — test 1,500 중 놓친 불량 1건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정상/이상 1차 판정하고(Focal loss, normal threshold 0.9), 놓침(FN) 최소화를 목표로 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test 1,500(정상 750 / 불량 750)에서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binary F1 0.9967, 이상 recall 0.9987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놓친 불량 1건(std), 정상 오경보 4건. 5-seed 평균 F1 0.9975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통과한 불량은 2차에서 유형 진단(type 정확도 0.73, 주 혼동 drift↔mean_shift). NT를 올리면 FN↓ / FP↑ — 운영은 0.9 균형점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50608" y="3566160"/>
            <a:ext cx="4462272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50608" y="356616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566160"/>
            <a:ext cx="41330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0.9967 / recall 0.9987 (생성셋 PoC)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6566" y="3996072"/>
            <a:ext cx="7279827" cy="1956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66" y="4005072"/>
            <a:ext cx="7261827" cy="1938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좌 confusion(test 1,500 대표 run) / 중 NT trade-off(319-run 평균) / 우 유형별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