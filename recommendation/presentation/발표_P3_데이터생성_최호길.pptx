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현장 계측 trend의 영역 구조와 노이즈, 이상 발생 방식을 domain knowledge로 코드화해 학습·평가 데이터를 만들고 1차 binary gate로 검증한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5B9BD5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이상 유형별 라벨 부족을 도메인 규칙 generator로 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문제 — 이상 유형별 라벨이 희소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실 계측 trend는 정상은 많지만 이상은 드물어,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avg / std / spike / drift / context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같은 이상 유형별 라벨이 부족합니다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유형별 평가셋이 없으면 모델 학습도, 성능 비교도 어렵습니다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정답 라벨이 적어 정량 metric 자체가 성립하기 힘든 상황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이상 5종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avg/std/spike/drift/context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785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785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785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라벨 희소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785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정량 평가 난항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해법 — domain knowledge generator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BBD담당/Overlay담당/CD담당으로 쌓은 trend 분석 경험으로 계측의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영역 구조, 노이즈, 이상 발생 방식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을 규칙으로 코드화했습니다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정상 baseline을 만들고 그 위에 이상을 합성해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검증 가능한 benchmark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를 확보했습니다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영역(계측 밀도) + 노이즈(계측 변동) + 이상(불량 방식) 세 축을 규칙화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규칙 기반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영역+노이즈+이상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141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1141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141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benchmark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41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검증 가능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정상 baseline (영역)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측정 빈도에 따라 밀집/희소/결핍 영역이 교차한다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1081" y="2055904"/>
            <a:ext cx="10990798" cy="37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_deck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1" y="2064904"/>
            <a:ext cx="10972798" cy="3685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한 chart를 12~25개 episode로 나눠 영역 밀도를 확률로 샘플링 — 실제 계측 분포를 모사하고, 신호는 평탄하게 두어 변동은 노이즈로만 만듦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계측 노이즈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계측 노이즈 3종 — 현장 현상에 맞춰 변동을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631080" y="2395364"/>
            <a:ext cx="10990800" cy="308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_deck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04364"/>
            <a:ext cx="10972800" cy="3068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chart 하나는 한 가지 노이즈만 사용 — Gaussian(산포) / Correlated AR(설비 변동) / Laplacian(계측 헌팅)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이상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이상 합성 5종 — 실제 불량 발생 방식 (파랑 정상, 빨강 이상)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1082" y="2817831"/>
            <a:ext cx="10990796" cy="231819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_deck_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2" y="2826831"/>
            <a:ext cx="10972796" cy="23001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정상 baseline 오른쪽 끝에 주입하고 강도는 baseline 산포에 비례 (context만 fleet 대비 전체 시계열이 이탈)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파이프라인/데이터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생성 파이프라인과 데이터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chart 정의부터 이미지 렌더까지 규칙 기반으로 생성하고, 이상 강도는 보이도록 floor 보정합니다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4809744" cy="3172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생성 파이프라인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① chart 정의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device x step x item, fleet legend(eqp/chamber/recipe)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② episode 조립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12~25개, 영역 밀도 샘플링(밀집/희소/결핍)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③ 노이즈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Gaussian / Correlated / Laplacian 중 1종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④ 이상 주입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avg/std/spike/drift/context (오른쪽 끝)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⑤ 렌더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강도 floor 보정 → 학습/평가 trend 이미지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규칙 기반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24912"/>
            <a:ext cx="4809744" cy="3172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데이터 구성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규모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 3,500 + 이상 3,500 = 7,000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별도 test 1,500 (이상 5종 stratified)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평가 난이도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test/val은 이상 강도를 0.8배로 낮춰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더 어려운 평가셋 구성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정상 보호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정상은 fleet 중심에서 벗어나지 않게 강제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+ test 1,500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1차 binary gate (PoC)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생성 데이터로 정상/이상 1차 판정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1차 binary gate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trend 이미지를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ConvNeXtV2-Tiny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로 정상/이상 2분류하며,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놓침(FN) 최소화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가 목표입니다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Focal loss + EMA로 학습하고, normal threshold를 올려 FN을 더 줄입니다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이상이 잡히면 2차에서 유형(avg/std/spike/drift/context) 진단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2-stage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binary gate → 유형 진단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785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785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785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ConvNeXtV2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785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Tiny backbone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성과 — 생성셋 검증(PoC)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test 1,500에서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binary F1 0.9967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이상 recall 0.9987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(normal threshold 0.9)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정상 750 중 오탐 4건, 이상 750 중 놓침 1건 수준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FN을 유형별로 분해해 데이터 난이도와 threshold로 피드백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binary gate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141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1141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141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41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abnormal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