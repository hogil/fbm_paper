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현장 계측 trend의 영역 구조와 노이즈, 이상 발생 방식을 domain knowledge로 코드화해 학습·평가 데이터를 만들고 1차 binary gate로 검증한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유형별 라벨 부족을 도메인 규칙 generator로 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문제 — 이상 유형별 라벨이 희소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실 계측 trend는 정상은 많지만 이상은 드물어,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avg / std / spike / drift / context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같은 이상 유형별 라벨이 부족합니다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유형별 평가셋이 없으면 모델 학습도, 성능 비교도 어렵습니다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정답 라벨이 적어 정량 metric 자체가 성립하기 힘든 상황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이상 5종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avg/std/spike/drift/context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라벨 희소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정량 평가 난항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해법 — domain knowledge generator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BBD담당/Overlay담당/CD담당으로 쌓은 trend 분석 경험으로 계측의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영역 구조, 노이즈, 이상 발생 방식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을 규칙으로 코드화했습니다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baseline을 만들고 그 위에 이상을 합성해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검증 가능한 benchmark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를 확보했습니다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영역(계측 밀도) + 노이즈(계측 변동) + 이상(불량 방식) 세 축을 규칙화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규칙 기반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영역+노이즈+이상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검증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trend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baseline(영역 + 노이즈) 위에 이상 5종을 합성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6119" y="1819800"/>
            <a:ext cx="8140722" cy="413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119" y="1828800"/>
            <a:ext cx="812272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(a) 측정 빈도에 따라 밀집/희소/결핍이 갈리는 정상 baseline, (b) 계측 변동을 Gaussian/설비(AR)/헌팅(Laplacian) 노이즈로 재현, (c) 그 위에 이상 5종(avg/std/spike/drift/context) 합성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파이프라인/데이터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파이프라인과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chart 정의부터 이미지 렌더까지 규칙 기반으로 생성하고, 이상 강도는 보이도록 floor 보정합니다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12~25개, 영역 밀도 샘플링(밀집/희소/결핍)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 / Correlated / Laplacian 중 1종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avg/std/spike/drift/context (오른쪽 끝)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강도 floor 보정 → 학습/평가 trend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규칙 기반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stratified)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test/val은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더 어려운 평가셋 구성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정상/이상 1차 판정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1차 binary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로 정상/이상 2분류하며,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놓침(FN) 최소화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가 목표입니다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Focal loss + EMA로 학습하고, normal threshold를 올려 FN을 더 줄입니다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이상이 잡히면 2차에서 유형(avg/std/spike/drift/context) 진단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2-stage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 → 유형 진단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ConvNeXtV2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Tiny backbone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성과 — 생성셋 검증(PoC)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test 1,500에서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recall 0.9987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(normal threshold 0.9)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750 중 오탐 4건, 이상 750 중 놓침 1건 수준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FN을 유형별로 분해해 데이터 난이도와 threshold로 피드백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abnormal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