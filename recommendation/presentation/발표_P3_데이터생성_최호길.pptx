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1635513" y="2697624"/>
            <a:ext cx="8981933" cy="3254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513" y="2706624"/>
            <a:ext cx="8963933" cy="32369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학습한 1차 gate — 조건·백본·운영까지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생성 데이터로 학습한 1차 gate를 여러 조건·백본·운영 임계값에서 검증했습니다. 정상 비율과 정규화로 놓친 불량을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4.6→0.8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, F1을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0.9944→0.9988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까지 올렸습니다 (전부 5-seed 평균)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2670048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2670048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2670048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0.9944 → 0.9988 / FN 4.6 → 0.8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864" y="3099960"/>
            <a:ext cx="2062984" cy="87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r_normal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4" y="3108960"/>
            <a:ext cx="2044984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-1685768" y="4059936"/>
            <a:ext cx="7812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정상 비율 700→3300 — F1 0.9944→0.9988, FN 4.6→0.8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7575" y="3099960"/>
            <a:ext cx="1090058" cy="87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3r_gradc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6575" y="3108960"/>
            <a:ext cx="1072058" cy="859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4059936"/>
            <a:ext cx="7812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Grad-CAM 6종×6 — 색이 아니라 결함 패턴 위치로 판단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63939" y="4654440"/>
            <a:ext cx="1712833" cy="87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3r_nt_ef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2939" y="4663440"/>
            <a:ext cx="1694833" cy="859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-1685768" y="5614416"/>
            <a:ext cx="7812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운영 임계값 NT — FN/FP를 현장 비용에 맞춰 (319-run)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1112" y="4654440"/>
            <a:ext cx="2062984" cy="87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3r_stoch_dep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112" y="4663440"/>
            <a:ext cx="2044984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614416"/>
            <a:ext cx="78122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Stochastic Depth 0.05 — F1 0.9985, FN 0.8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backbone Tiny 0.9944 vs Base 0.9971 · noise +15%에도 F1 0.9960 · 2-stage(불량 유형 분류) pilot binary F1 0.9967 / 유형 acc 0.73 — 동일 baseline·5-seed 비교 프레임워크로 확장 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