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한 chart는 같은 device/step/item을 여러 설비(fleet)가 함께 찍은 trend이고, 그중 한 설비(target)를 판정 대상으로 봅니다 (fleet-conditioned)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baseline은 episode(자기완결 한 구간)를 하나씩 완결 생성 후 이어 붙입니다. episode마다 길이/측정 밀도(밀집/희소/결핍)/결측 패턴이 다르고, 노이즈는 chart당 1종(Gaussian/AR/Laplacian)을 공유합니다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episode = 자기완결 trend segment. 강화학습 episode 개념(완결 단위 순차 생성) 차용 — 시계열 표준어는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276" y="3365136"/>
            <a:ext cx="6584407" cy="2587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276" y="3374136"/>
            <a:ext cx="6566407" cy="2569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조건별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조건별 실험으로 성능을 끌어올렸다 (F1 0.9944 → 0.9988)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여러 학습 조건을 단독(single-axis)으로 바꿔 5-seed로 검증했습니다 (baseline F1 0.9944, 놓친 불량 FN 4.6)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비율↑,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stochastic depth 0.05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label smoothing 0.02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가 특히 효과적 — 놓친 불량을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4.6 → 0.8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로, F1을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0.9988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까지 올렸습니다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각 막대는 단독 조건 실험. normal threshold(NT)를 올리면 FN↓ / FP↑ — 운영은 0.9 균형점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47472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47472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47472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0.9944 → 0.9988 / FN 4.6 → 0.8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8146" y="3904632"/>
            <a:ext cx="6536668" cy="2047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46" y="3913632"/>
            <a:ext cx="6518668" cy="20299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binary F1(좌)과 놓친 불량 FN(우) — 점선 = baseline, 막대 = 각 조건 단독 적용 (5-seed 평균)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