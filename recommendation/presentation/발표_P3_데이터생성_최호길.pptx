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없던 검증 데이터를 현장 판정 기준으로 만들었다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trend는 쌓여 있지만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avg / std / spike / drift / context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같은 이상은 드물게 나와, 유형별로 모아 둔 검증 데이터가 거의 없습니다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정답이 적어 모델 학습도, 유형별 성능 비교도 잘 서지 않는 상황입니다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본인이 BBD담당, Overlay담당, CD담당으로 trend를 보던 판정 기준을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생성 규칙으로 옮겨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부족한 이상을 직접 만들어 검증 가능한 데이터를 확보했습니다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성능 수치가 아니라, 없던 검증 데이터를 도메인 지식으로 메운 것이 핵심입니다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93192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93192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93192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이상 5종 생성 규칙 + 검증셋 확보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1363" y="4361832"/>
            <a:ext cx="7830233" cy="1590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363" y="4370832"/>
            <a:ext cx="7812233" cy="1572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현장에서 보던 이상 5종(평균 이동 / 산포 확대 / 순간 급등 / 선형 상승 / fleet 대비 이탈)을 생성 규칙으로 코드화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측정 밀도(영역)와 계측 변동(노이즈)으로 정상 baseline을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측정 빈도에 따라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밀집 / 희소 / 결핍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영역이 갈리는 실제 trend 구조를 episode 단위로 재현했습니다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계측 변동은 설비 거동에 맞춰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3종 노이즈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로 나눴습니다 — 기본 산포(Gaussian), 설비 상태변동(Correlated AR), 계측 헌팅(Laplacian)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1656" y="2862216"/>
            <a:ext cx="7869647" cy="3090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656" y="2871216"/>
            <a:ext cx="7851647" cy="30723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측정 빈도에 따라 영역 밀도를 다르게 주고, 신호 자체는 평탄하게 둔 채 변동은 노이즈로만 만들어 실제 계측과 비슷하게 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avg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평균 이동,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std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산포 확대,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순간 급등,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선형 상승,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fleet 대비 전체 이탈 — 5종을 trend 뒤쪽 구간에 주입합니다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정상 산포 기준 최소 강도로 보정해, 너무 약해 보이지 않게 둡니다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424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mea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639312"/>
            <a:ext cx="3072384" cy="19751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avg — 평균이 한 단계 이동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1288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_spi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3639312"/>
            <a:ext cx="3072384" cy="19751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4548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spike — 일부 점이 순간 급등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152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end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3639312"/>
            <a:ext cx="3072384" cy="19751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8412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drift — 서서히 선형 상승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파랑은 정상 측정, 빨강은 주입된 이상입니다. std와 context를 포함한 5종 모두 같은 규칙 엔진으로 만듭니다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파이프라인 /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chart 정의부터 이미지 렌더까지 규칙 기반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현장 판정 기준을 chart 정의, episode 조립, 노이즈, 이상 주입, 렌더의 5단계 생성 규칙으로 옮겼습니다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Gaussian, Correlated AR,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avg/std/spike/drift/context, trend 뒤쪽 구간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이상 강도 보정 후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평가셋으로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판정이 학습됨을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2분류하고,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를 목표로 Focal loss와 normal threshold 0.9를 적용했습니다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정상 750 중 오탐 4건, 이상 750 중 놓침 1건 수준입니다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robustness 점검 — smoothing window(median 1/3/5)로 노이즈가 아닌 추세를 보게, 색과 투명도만 바꿔 렌더해 색이 아니라 패턴을 학습하는지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5452" y="4023360"/>
            <a:ext cx="4567428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5452" y="402336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8332" y="4023360"/>
            <a:ext cx="42382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0.9967 / recall 0.9987 (PoC, 생성셋)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336" y="4453272"/>
            <a:ext cx="2322288" cy="1499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4462272"/>
            <a:ext cx="2304288" cy="1481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context 이상 예시 — 정상(파랑)과 fleet 대비 이탈(빨강)을 1차 gate가 분리. 통과 시 2차에서 유형(avg/std/spike/drift/context) 진단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