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순차 episode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순차 episode 기반 trend 생성 (Sequential Episode-Based)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기본 baseline에 노이즈 3종과 밀도(밀집/희소/결핍)를 episode마다 가중치로 조합해 여러 episode를 순차 생성하고 이어 붙여 정상 trend를 만듭니다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한 trend는 여러 설비(fleet)가 함께 찍히고 그중 한 설비(target)를 판정. episode = 시작과 끝이 있는 자기완결 구간을 단어 뜻 그대로 사용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1635513" y="2697624"/>
            <a:ext cx="8981933" cy="3254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deck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4513" y="2706624"/>
            <a:ext cx="8963933" cy="32369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현업(BBD / Overlay / CD) trend 판정 경험을 영역(밀도·결측), 노이즈, 이상 규칙으로 코드화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정상(Normal)에 더해 Mean shift / Variance / Spike / Trend drift / Contextual 5종을 만듭니다. 이상은 주로 trend 오른쪽 끝 구간에 주입하고(분홍 음영), context만 전체가 fleet에서 벗어납니다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그 설비의 정상 산포(σ) 배수로 정해 너무 약해 보이지 않게 보정합니다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7549" y="3630312"/>
            <a:ext cx="5317862" cy="2322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49" y="3639312"/>
            <a:ext cx="5299862" cy="2304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회색 = 다른 설비(fleet), 파랑 = 판정 대상 정상, 빨강 = 주입된 이상, 분홍 음영 = 이상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단변수 반복 실험으로 조건별 BKM 확보 — 백본·데이터셋·운영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각 학습 조건을 한 번에 하나씩만 변경하는 단변수(single-axis) 방식으로 5-seed 반복 평가를 수행하고, 축별 최적값을 BKM(Best Known Method)으로 정리하였습니다. 정상 비율 축에서 F1 0.9944→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0.9988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, 놓친 불량 4.6→0.8로 가장 큰 개선을 확인하였으며, 백본·데이터셋·운영 임계값까지 동일 프로토콜로 비교하였습니다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778652" y="2843928"/>
            <a:ext cx="8695656" cy="3108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bk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652" y="2852928"/>
            <a:ext cx="8677656" cy="30906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단변수 11축 각 5-seed 반복 · baseline F1 0.9975 (0.9940–0.9993) 반복 안정 · 축별 best 를 합친 통합 BKM 은 GPU 확보 후 진행 · 2-stage 유형분류 pilot 0.73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