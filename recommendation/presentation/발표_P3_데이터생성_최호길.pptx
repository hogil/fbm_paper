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10698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(a) Normal baseline  —  sequential episodes</a:t>
            </a:r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    gray = fleet,  blue = target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255264"/>
            <a:ext cx="2003942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202223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0" name="Oval 9"/>
          <p:cNvSpPr/>
          <p:nvPr/>
        </p:nvSpPr>
        <p:spPr>
          <a:xfrm>
            <a:off x="917990" y="422030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7459" y="401213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71146" y="413155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07382" y="381215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39831" y="419354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84915" y="358206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34079" y="384894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56248" y="361937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03112" y="359722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18219" y="422000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48976" y="396037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05733" y="359054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529040" y="358843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58095" y="375881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93636" y="393483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1713" y="359890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16159" y="359591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20605" y="3630055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25051" y="346770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629497" y="359898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90910" y="3255264"/>
            <a:ext cx="1329865" cy="1347825"/>
          </a:xfrm>
          <a:prstGeom prst="rect">
            <a:avLst/>
          </a:prstGeom>
          <a:solidFill>
            <a:srgbClr val="FB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0910" y="3017520"/>
            <a:ext cx="1348153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98A22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32" name="Oval 31"/>
          <p:cNvSpPr/>
          <p:nvPr/>
        </p:nvSpPr>
        <p:spPr>
          <a:xfrm>
            <a:off x="2960199" y="381685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144594" y="395144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346571" y="390380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53689" y="410067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8773" y="396630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40553" y="380927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119727" y="411269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1795" y="3634820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15872" y="3507255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39063" y="3255264"/>
            <a:ext cx="925419" cy="1347825"/>
          </a:xfrm>
          <a:prstGeom prst="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39063" y="3017520"/>
            <a:ext cx="943707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82770" y="3255264"/>
            <a:ext cx="1869127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82770" y="3017520"/>
            <a:ext cx="1887415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45" name="Oval 44"/>
          <p:cNvSpPr/>
          <p:nvPr/>
        </p:nvSpPr>
        <p:spPr>
          <a:xfrm>
            <a:off x="5226041" y="392398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354702" y="406717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476890" y="398270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588644" y="363855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737077" y="36714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57919" y="366233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93374" y="385142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092244" y="409179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233547" y="379423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61762" y="397247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494538" y="360398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96602" y="421806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747366" y="404445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46383" y="359831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88242" y="400946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315018" y="371729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692501" y="366929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069984" y="3518612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447467" y="3546990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824950" y="3626311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70185" y="3255264"/>
            <a:ext cx="1195050" cy="1347825"/>
          </a:xfrm>
          <a:prstGeom prst="rect">
            <a:avLst/>
          </a:prstGeom>
          <a:solidFill>
            <a:srgbClr val="F2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70185" y="3017520"/>
            <a:ext cx="121333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67" name="Oval 66"/>
          <p:cNvSpPr/>
          <p:nvPr/>
        </p:nvSpPr>
        <p:spPr>
          <a:xfrm>
            <a:off x="7184011" y="421524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509162" y="367359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796875" y="390189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106836" y="409436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536775" y="347507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283523" y="3255264"/>
            <a:ext cx="1734312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83523" y="3017520"/>
            <a:ext cx="175260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74" name="Oval 73"/>
          <p:cNvSpPr/>
          <p:nvPr/>
        </p:nvSpPr>
        <p:spPr>
          <a:xfrm>
            <a:off x="8318851" y="383473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452003" y="361227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65741" y="383736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671352" y="417509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98198" y="416149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905070" y="405101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027176" y="403441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145436" y="422721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247234" y="361396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364099" y="371840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486315" y="356423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599814" y="373998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704972" y="365791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845743" y="398330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59264" y="422396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04986" y="3632436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755506" y="3583361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106026" y="361199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9456546" y="3628428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807066" y="3453945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36123" y="3255264"/>
            <a:ext cx="1329865" cy="1347825"/>
          </a:xfrm>
          <a:prstGeom prst="rect">
            <a:avLst/>
          </a:prstGeom>
          <a:solidFill>
            <a:srgbClr val="FB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036123" y="3017520"/>
            <a:ext cx="1348153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98A22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96" name="Oval 95"/>
          <p:cNvSpPr/>
          <p:nvPr/>
        </p:nvSpPr>
        <p:spPr>
          <a:xfrm>
            <a:off x="10118814" y="383485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0311522" y="362836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504530" y="359942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675293" y="424610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892349" y="366956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078352" y="39769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55369" y="355594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287008" y="3481222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0961085" y="3467257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8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25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783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240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697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154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611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69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526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983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40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897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355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812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269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726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183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641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098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555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012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469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927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77240" y="4676241"/>
            <a:ext cx="10698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  —  one type per chart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772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772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131" name="Oval 130"/>
          <p:cNvSpPr/>
          <p:nvPr/>
        </p:nvSpPr>
        <p:spPr>
          <a:xfrm>
            <a:off x="922630" y="5383408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6236" y="5284499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9842" y="5532811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533449" y="545667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737055" y="532049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940662" y="535083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144268" y="537866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347874" y="5383570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551481" y="531297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755087" y="552538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958694" y="556755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162300" y="541335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365906" y="5418578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569513" y="530216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773119" y="530693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976726" y="537727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772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base dispersion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4348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4348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Correlated AR(1)</a:t>
            </a:r>
          </a:p>
        </p:txBody>
      </p:sp>
      <p:sp>
        <p:nvSpPr>
          <p:cNvPr id="150" name="Oval 149"/>
          <p:cNvSpPr/>
          <p:nvPr/>
        </p:nvSpPr>
        <p:spPr>
          <a:xfrm>
            <a:off x="4580230" y="5456604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783836" y="5402730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987442" y="5455179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191049" y="5515672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94655" y="5431515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598262" y="5425709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5801868" y="5475203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005474" y="5457675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6209081" y="5517060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6412687" y="5492455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616294" y="5409512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819900" y="5361118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023506" y="5347028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7227113" y="5397623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30719" y="5422142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7634326" y="5469527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4348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equipment drift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0924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0924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169" name="Oval 168"/>
          <p:cNvSpPr/>
          <p:nvPr/>
        </p:nvSpPr>
        <p:spPr>
          <a:xfrm>
            <a:off x="8237830" y="544383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8441436" y="5425766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645042" y="544437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8848649" y="541044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044939" y="5198949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255862" y="5402398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459468" y="544682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663074" y="5459914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866681" y="5449926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070287" y="544641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273894" y="544733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0470184" y="564246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0681106" y="5441414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0884713" y="540267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1088319" y="542463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1291926" y="541240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0924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hunting (heavy-tail)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단변수 반복 실험 — 조건별 BKM 정리 (각 5-seed)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각 학습 조건을 한 번에 하나씩만 변경하는 단변수(single-axis) 방식으로 5-seed 반복 평가하고, 축별 최적값을 BKM(Best Known Method)으로 정리하였습니다. 정상 비율 축에서 F1 0.9944→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0.9988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, 놓친 불량 4.6→0.8로 가장 큰 개선을 확인하였습니다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2175138" y="2661048"/>
            <a:ext cx="7902684" cy="3291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bkm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138" y="2670048"/>
            <a:ext cx="7884684" cy="3273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총 11개 축 각 5-seed 반복 · * smoothing 은 3-seed pilot · 축별 best 를 합친 통합 BKM 은 다음 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 비교와 누적 개선 — baseline → BKM → best backbone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동일 데이터와 프로토콜에서 백본을 교체하며 비교하고(backbone sweep), baseline 에 단변수 BKM 을 누적 적용한 뒤 최적 백본까지 반영했을 때의 단계별 성능을 정리하였습니다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9718" y="2514744"/>
            <a:ext cx="4193523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backb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718" y="2523744"/>
            <a:ext cx="4175523" cy="11521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69554" y="3767328"/>
            <a:ext cx="451385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Backbone sweep — 백본별 F1 / FN / FP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9718" y="4361832"/>
            <a:ext cx="4193523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pro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718" y="4370832"/>
            <a:ext cx="4175523" cy="1152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69554" y="5614416"/>
            <a:ext cx="451385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baseline → BKM combined → best backbone (F1 / FN / FP mean)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백본 수치와 BKM combined / best backbone 수치는 실측 입력 후 확정 (현재 임시값)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