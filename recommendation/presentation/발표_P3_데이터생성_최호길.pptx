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10698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    gray = fleet,  blue =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255264"/>
            <a:ext cx="2022230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202223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90910" y="3255264"/>
            <a:ext cx="1348153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0910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9063" y="3255264"/>
            <a:ext cx="943707" cy="1347825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39063" y="3017520"/>
            <a:ext cx="943707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2770" y="3255264"/>
            <a:ext cx="1887415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2770" y="3017520"/>
            <a:ext cx="1887415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70185" y="3255264"/>
            <a:ext cx="1213338" cy="1347825"/>
          </a:xfrm>
          <a:prstGeom prst="rect">
            <a:avLst/>
          </a:prstGeom>
          <a:solidFill>
            <a:srgbClr val="F2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0185" y="3017520"/>
            <a:ext cx="121333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3523" y="3255264"/>
            <a:ext cx="1752600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3523" y="3017520"/>
            <a:ext cx="175260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36123" y="3255264"/>
            <a:ext cx="1348153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36123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90910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39063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182770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70185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283523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36123" y="3236976"/>
            <a:ext cx="0" cy="1366113"/>
          </a:xfrm>
          <a:prstGeom prst="line">
            <a:avLst/>
          </a:prstGeom>
          <a:ln w="15240">
            <a:solidFill>
              <a:srgbClr val="ACB4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68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25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3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40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97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54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11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9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26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83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40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97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55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12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69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26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3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41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98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555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12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69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927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940902" y="3780030"/>
            <a:ext cx="144445" cy="7389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85347" y="3780030"/>
            <a:ext cx="144445" cy="21362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229792" y="3746534"/>
            <a:ext cx="144445" cy="24711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374237" y="3746534"/>
            <a:ext cx="144445" cy="19796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518682" y="3871803"/>
            <a:ext cx="144445" cy="7270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663127" y="3740367"/>
            <a:ext cx="144445" cy="13143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807572" y="3740367"/>
            <a:ext cx="144445" cy="191985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52017" y="3731608"/>
            <a:ext cx="144445" cy="20074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6462" y="3731608"/>
            <a:ext cx="144445" cy="16922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40907" y="3745431"/>
            <a:ext cx="144445" cy="15540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5352" y="3745431"/>
            <a:ext cx="144445" cy="891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529797" y="3754341"/>
            <a:ext cx="144445" cy="14259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74242" y="3896933"/>
            <a:ext cx="144445" cy="17186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18687" y="3962112"/>
            <a:ext cx="168519" cy="106685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87206" y="3885041"/>
            <a:ext cx="192593" cy="7707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179799" y="3885041"/>
            <a:ext cx="192594" cy="24757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372393" y="3735490"/>
            <a:ext cx="192593" cy="397128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564986" y="3735490"/>
            <a:ext cx="192593" cy="34681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757579" y="3839304"/>
            <a:ext cx="192594" cy="24299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950173" y="3777213"/>
            <a:ext cx="192593" cy="6209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142766" y="3777213"/>
            <a:ext cx="1107411" cy="28700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250177" y="3792792"/>
            <a:ext cx="134816" cy="27142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384993" y="3792792"/>
            <a:ext cx="134815" cy="17124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5519808" y="3964033"/>
            <a:ext cx="134815" cy="2448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654623" y="3874668"/>
            <a:ext cx="134816" cy="11384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789439" y="3874668"/>
            <a:ext cx="134815" cy="7490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924254" y="3742413"/>
            <a:ext cx="134815" cy="207158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059069" y="3741051"/>
            <a:ext cx="134816" cy="136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193885" y="3741051"/>
            <a:ext cx="134815" cy="6252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6328700" y="3803571"/>
            <a:ext cx="134815" cy="20266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463515" y="3898246"/>
            <a:ext cx="134816" cy="107991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98331" y="3849786"/>
            <a:ext cx="134815" cy="4846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733146" y="3849786"/>
            <a:ext cx="134815" cy="11593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6867961" y="3909178"/>
            <a:ext cx="134816" cy="5654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7002777" y="3909178"/>
            <a:ext cx="219075" cy="5178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7221852" y="3939939"/>
            <a:ext cx="303334" cy="21028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525186" y="3939939"/>
            <a:ext cx="303335" cy="14948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7828521" y="4027188"/>
            <a:ext cx="303334" cy="62235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8131855" y="4027188"/>
            <a:ext cx="214260" cy="10710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8346115" y="3766025"/>
            <a:ext cx="125186" cy="36826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471301" y="3766025"/>
            <a:ext cx="125186" cy="12817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596487" y="3894201"/>
            <a:ext cx="125186" cy="144818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8721673" y="3780515"/>
            <a:ext cx="125185" cy="25850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846858" y="3780515"/>
            <a:ext cx="125186" cy="14394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8972044" y="3732339"/>
            <a:ext cx="125186" cy="19212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097230" y="3732339"/>
            <a:ext cx="125185" cy="268693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222415" y="4001032"/>
            <a:ext cx="125186" cy="4116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9347601" y="3960370"/>
            <a:ext cx="125186" cy="8182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72787" y="3960370"/>
            <a:ext cx="125186" cy="12919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9597973" y="3849615"/>
            <a:ext cx="125185" cy="23995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723158" y="3849615"/>
            <a:ext cx="125186" cy="162985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9848344" y="3969488"/>
            <a:ext cx="125186" cy="4311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9973530" y="3918112"/>
            <a:ext cx="158889" cy="51376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0132419" y="3918112"/>
            <a:ext cx="192593" cy="81184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0325012" y="3741507"/>
            <a:ext cx="192594" cy="257789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0517606" y="3741507"/>
            <a:ext cx="192593" cy="27374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10710199" y="3992025"/>
            <a:ext cx="192593" cy="23222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902792" y="3992025"/>
            <a:ext cx="192594" cy="147787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1095386" y="4066692"/>
            <a:ext cx="192593" cy="73120"/>
          </a:xfrm>
          <a:prstGeom prst="line">
            <a:avLst/>
          </a:prstGeom>
          <a:ln w="2032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077892" y="3461461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83450" y="3483948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089007" y="357535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594565" y="364778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175956" y="3460102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850032" y="3503226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376816" y="350125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848669" y="3613110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320523" y="3591539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792377" y="348866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597899" y="3498580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462402" y="3564605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900552" y="3536633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338702" y="3623420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9776852" y="3647101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321169" y="3497824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995245" y="3520709"/>
            <a:ext cx="36576" cy="36576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8042" y="383106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62487" y="375717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06932" y="397079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351377" y="372367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495822" y="392164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640267" y="384894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784712" y="371750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929157" y="390949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073602" y="370874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218047" y="387797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362492" y="372257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506937" y="373148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651382" y="387407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795827" y="404593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964346" y="393925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156939" y="386218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349533" y="410975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542126" y="371263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734719" y="405944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927313" y="381644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4119906" y="375435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227317" y="40413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362133" y="37699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5496948" y="394117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631763" y="39656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766579" y="385180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901394" y="392671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036209" y="371955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6171025" y="371819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305840" y="378071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440655" y="398337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575471" y="387538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710286" y="382692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845101" y="394286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979917" y="388631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198992" y="393810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7502326" y="391707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805661" y="406656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108995" y="400432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323255" y="41114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448441" y="374316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573627" y="387134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8698813" y="401615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8823998" y="37576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949184" y="390160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074370" y="370947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199555" y="397817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324741" y="40193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449927" y="393751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575113" y="406670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700298" y="38267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825484" y="398974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950670" y="394662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0109559" y="389525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302152" y="397643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0494746" y="371864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0687339" y="399238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79932" y="396916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1072526" y="411695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1265119" y="40438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77240" y="4676241"/>
            <a:ext cx="10698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  -  one type per chart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7772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7772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cxnSp>
        <p:nvCxnSpPr>
          <p:cNvPr id="190" name="Connector 189"/>
          <p:cNvCxnSpPr/>
          <p:nvPr/>
        </p:nvCxnSpPr>
        <p:spPr>
          <a:xfrm flipV="1">
            <a:off x="923544" y="5321730"/>
            <a:ext cx="181804" cy="175816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1105348" y="5321730"/>
            <a:ext cx="181804" cy="119499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287152" y="5361320"/>
            <a:ext cx="181804" cy="79909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468956" y="5347455"/>
            <a:ext cx="181804" cy="1386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650760" y="5331633"/>
            <a:ext cx="181805" cy="15822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1832565" y="5331633"/>
            <a:ext cx="181804" cy="193011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014369" y="5350787"/>
            <a:ext cx="181804" cy="173857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2196173" y="5350787"/>
            <a:ext cx="181804" cy="3218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377977" y="5382972"/>
            <a:ext cx="181805" cy="3900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559782" y="5421977"/>
            <a:ext cx="181804" cy="130748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741586" y="5337518"/>
            <a:ext cx="181804" cy="215207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2923390" y="5337518"/>
            <a:ext cx="181804" cy="100307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105194" y="5437825"/>
            <a:ext cx="181805" cy="27280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286999" y="5465105"/>
            <a:ext cx="181804" cy="9087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468803" y="5538536"/>
            <a:ext cx="181804" cy="17444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650607" y="5538536"/>
            <a:ext cx="181804" cy="12165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832411" y="5391355"/>
            <a:ext cx="181805" cy="159346"/>
          </a:xfrm>
          <a:prstGeom prst="line">
            <a:avLst/>
          </a:prstGeom>
          <a:ln w="1905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TextBox 206"/>
          <p:cNvSpPr txBox="1"/>
          <p:nvPr/>
        </p:nvSpPr>
        <p:spPr>
          <a:xfrm>
            <a:off x="7772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base dispersion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4348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4348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Correlated AR(1)</a:t>
            </a:r>
          </a:p>
        </p:txBody>
      </p:sp>
      <p:cxnSp>
        <p:nvCxnSpPr>
          <p:cNvPr id="210" name="Connector 209"/>
          <p:cNvCxnSpPr/>
          <p:nvPr/>
        </p:nvCxnSpPr>
        <p:spPr>
          <a:xfrm>
            <a:off x="4581144" y="5463945"/>
            <a:ext cx="181804" cy="18038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4762948" y="5420159"/>
            <a:ext cx="181804" cy="61824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4944752" y="5360025"/>
            <a:ext cx="181804" cy="60134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5126556" y="5360025"/>
            <a:ext cx="181804" cy="68989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5308360" y="5429014"/>
            <a:ext cx="181805" cy="51518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5490165" y="5480532"/>
            <a:ext cx="181804" cy="33126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5671969" y="5513658"/>
            <a:ext cx="181804" cy="26301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5853773" y="5524480"/>
            <a:ext cx="181804" cy="15479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6035577" y="5496979"/>
            <a:ext cx="181805" cy="27501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6217382" y="5496979"/>
            <a:ext cx="181804" cy="25368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6399186" y="5522347"/>
            <a:ext cx="181804" cy="57834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6580990" y="5566238"/>
            <a:ext cx="181804" cy="13943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6762794" y="5562297"/>
            <a:ext cx="181805" cy="3941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6944599" y="5530539"/>
            <a:ext cx="181804" cy="31758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7126403" y="5449003"/>
            <a:ext cx="181804" cy="81536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7308207" y="5421886"/>
            <a:ext cx="181804" cy="27117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490011" y="5421886"/>
            <a:ext cx="181805" cy="3705"/>
          </a:xfrm>
          <a:prstGeom prst="line">
            <a:avLst/>
          </a:prstGeom>
          <a:ln w="19050">
            <a:solidFill>
              <a:srgbClr val="12B5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44348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equipment drift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80924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80924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8238744" y="5458051"/>
            <a:ext cx="181804" cy="3190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8420548" y="5427379"/>
            <a:ext cx="181804" cy="33862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8602352" y="5427379"/>
            <a:ext cx="181804" cy="4601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8784156" y="5466889"/>
            <a:ext cx="181804" cy="650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8965960" y="5236220"/>
            <a:ext cx="181805" cy="23066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9147765" y="5236220"/>
            <a:ext cx="181804" cy="235814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9329569" y="5467863"/>
            <a:ext cx="181804" cy="4171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9511373" y="5445795"/>
            <a:ext cx="181804" cy="22068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9693177" y="5445795"/>
            <a:ext cx="181805" cy="35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9874982" y="5430075"/>
            <a:ext cx="181804" cy="1607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0056786" y="5430075"/>
            <a:ext cx="181804" cy="28885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10238590" y="5458960"/>
            <a:ext cx="181804" cy="21492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10420394" y="5427828"/>
            <a:ext cx="181805" cy="24605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10602199" y="5427828"/>
            <a:ext cx="181804" cy="27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0784003" y="5428105"/>
            <a:ext cx="181804" cy="7697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10965807" y="5433273"/>
            <a:ext cx="181804" cy="2529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1147611" y="5433273"/>
            <a:ext cx="181805" cy="9674"/>
          </a:xfrm>
          <a:prstGeom prst="line">
            <a:avLst/>
          </a:prstGeom>
          <a:ln w="1905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Oval 246"/>
          <p:cNvSpPr/>
          <p:nvPr/>
        </p:nvSpPr>
        <p:spPr>
          <a:xfrm>
            <a:off x="9120333" y="5208788"/>
            <a:ext cx="54864" cy="5486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0392962" y="5646455"/>
            <a:ext cx="54864" cy="5486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80924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hunting (heavy-tail)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백본·누적 개선 표와 smoothing·color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백본 비교와 누적 개선을 표로 정리하고, checkpoint 평활화(smoothing window)와 rendering color 변경의 효과를 학습 곡선과 전후 이미지로 함께 제시하였습니다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751147" y="2514744"/>
            <a:ext cx="2499540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backbon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147" y="2523744"/>
            <a:ext cx="2481540" cy="11521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-124646" y="3767328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Backbone sweep — 백본별 F1 / FN / FP</a:t>
            </a:r>
          </a:p>
        </p:txBody>
      </p:sp>
      <p:sp>
        <p:nvSpPr>
          <p:cNvPr id="9" name="Rectangle 8"/>
          <p:cNvSpPr/>
          <p:nvPr/>
        </p:nvSpPr>
        <p:spPr>
          <a:xfrm>
            <a:off x="7439990" y="2514744"/>
            <a:ext cx="3624106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progressi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990" y="2523744"/>
            <a:ext cx="3606106" cy="1152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3767328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4559" y="4361832"/>
            <a:ext cx="2552716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3_smoothing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3559" y="4370832"/>
            <a:ext cx="2534716" cy="1152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-124646" y="5614416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Smoothing window — 안정적 checkpoint로 test↑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5685" y="4361832"/>
            <a:ext cx="2552716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3_color_before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4685" y="4370832"/>
            <a:ext cx="2534716" cy="11521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26480" y="5614416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Color 변경 전후 — target 색 분리도 향상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binary gate 기준 — baseline F1 0.9967 → 5-seed best 0.9987 (threshold 0.9, 7,000개) · 백본/조건별 세부는 추가 실험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baseline 에서 시작해 단변수에서 검증한 옵션을 하나씩 누적 적용하고 최적 백본까지 반영하면, F1 이 0.9967→0.9987로 오르고 놓친 불량(FN)과 오경보(FP)가 함께 줄어듭니다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5963" y="2459880"/>
            <a:ext cx="8561034" cy="3767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cumulativ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963" y="2468880"/>
            <a:ext cx="8543034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