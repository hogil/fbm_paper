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이상 유형별 검증 데이터가 없던 문제를, 현장에서 trend를 보던 판정 기준을 생성 규칙으로 옮겨 풀었습니다. 정상 baseline 위에 이상을 합성해 평가셋을 만들고 1차 gate로 확인했습니다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5B9BD5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없던 검증 데이터를 현장 판정 기준으로 만들었다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문제 — 이상 데이터가 거의 없다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23160"/>
            <a:ext cx="5349240" cy="3520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4892040" cy="2276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정상 trend는 쌓여 있지만 avg / std / spike / drift / context 같은 이상은 드물게 나와, 유형별로 모아 둔 데이터가 거의 없습니다</a:t>
            </a:r>
          </a:p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데이터가 없으니 모델을 학습시키기도, 잘 되는지 비교하기도 어려웠습니다</a:t>
            </a:r>
          </a:p>
          <a:p>
            <a:pPr marL="420624" indent="-420624" lvl="1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200">
                <a:solidFill>
                  <a:srgbClr val="4A5666"/>
                </a:solidFill>
                <a:latin typeface="맑은 고딕"/>
                <a:ea typeface="맑은 고딕"/>
              </a:rPr>
              <a:t>정답이 적어 정량 지표 자체가 잘 서지 않는 상황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이상 5종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avg/std/spike/drift/context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7852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7852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7852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데이터 부재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7852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학습·비교 난항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783080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해법 — 판정 기준을 생성 규칙으로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423160"/>
            <a:ext cx="5349240" cy="3520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06040"/>
            <a:ext cx="4892040" cy="2276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BBD / Overlay / CD를 담당하며 trend를 직접 보던 판정 기준을, 영역과 노이즈, 이상 발생 방식이라는 생성 규칙으로 옮겼습니다</a:t>
            </a:r>
          </a:p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정상 baseline을 만들고 그 위에 이상을 합성해, 부족하던 검증 데이터를 직접 확보했습니다</a:t>
            </a:r>
          </a:p>
          <a:p>
            <a:pPr marL="420624" indent="-420624" lvl="1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200">
                <a:solidFill>
                  <a:srgbClr val="4A5666"/>
                </a:solidFill>
                <a:latin typeface="맑은 고딕"/>
                <a:ea typeface="맑은 고딕"/>
              </a:rPr>
              <a:t>성능 수치가 아니라, 검증할 데이터를 만든 것이 이 과제의 핵심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92240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판정 기준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현장 경험을 규칙화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11412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11412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11412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평가셋 확보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1412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검증 가능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정상 baseline (영역)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측정 빈도에 따라 밀집/희소/결핍 영역이 교차한다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1081" y="2055904"/>
            <a:ext cx="10990798" cy="370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3_deck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1" y="2064904"/>
            <a:ext cx="10972798" cy="3685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한 chart를 여러 episode로 나눠 영역마다 측정 밀도를 다르게 주고, 신호 자체는 평탄하게 둔 채 변동은 노이즈로만 만들었습니다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계측 노이즈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계측 노이즈 3종 — 현장 현상에 맞춰 변동을 재현</a:t>
            </a:r>
          </a:p>
        </p:txBody>
      </p:sp>
      <p:sp>
        <p:nvSpPr>
          <p:cNvPr id="5" name="Rectangle 4"/>
          <p:cNvSpPr/>
          <p:nvPr/>
        </p:nvSpPr>
        <p:spPr>
          <a:xfrm>
            <a:off x="631080" y="2395364"/>
            <a:ext cx="10990800" cy="308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3_deck_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04364"/>
            <a:ext cx="10972800" cy="3068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chart 하나는 한 가지 노이즈만 씁니다. Gaussian은 기본 산포, Correlated는 설비 상태에 따라 천천히 흐르는 변동, Laplacian은 계측이 한 번씩 튀는 헌팅입니다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이상 합성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이상 합성 5종 — 실제 불량이 나타나는 방식 (파랑 정상, 빨강 이상)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1082" y="2817831"/>
            <a:ext cx="10990796" cy="231819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3_deck_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2" y="2826831"/>
            <a:ext cx="10972796" cy="23001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정상 baseline 오른쪽 끝에 이상을 주입하고 강도는 그 series의 산포에 맞춰 정합니다. context만 끝이 아니라 fleet 대비 전체가 벗어나는 형태입니다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파이프라인/데이터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생성 흐름과 데이터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chart를 정의하고 episode를 이어 붙여 정상 baseline을 만든 뒤, 노이즈와 이상을 얹어 학습/평가 이미지로 렌더합니다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96896"/>
            <a:ext cx="5303520" cy="342900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24912"/>
            <a:ext cx="4809744" cy="3172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생성 흐름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① chart 정의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device x step x item, fleet legend(eqp/chamber/recipe)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② episode 조립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12~25개를 이어 붙이며 영역 밀도를 샘플링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③ 노이즈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Gaussian / Correlated / Laplacian 중 하나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④ 이상 주입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avg/std/spike/drift/context, 강도 보정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⑤ 렌더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정상/이상 trend 이미지로 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현장 판정 기준을 그대로 옮긴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596896"/>
            <a:ext cx="5303520" cy="342900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724912"/>
            <a:ext cx="4809744" cy="3172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데이터 구성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규모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정상 3,500 + 이상 3,500 = 7,000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별도 test 1,500 (이상 5종 고르게)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평가 난이도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test는 이상 강도를 0.8배로 낮춰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일부러 더 어렵게 만들었습니다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정상 보호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정상은 fleet 중심에서 벗어나지 않게 둡니다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+ test 1,500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생성 데이터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만든 데이터로 1차 gate가 학습되는지 확인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무엇을 확인했나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23160"/>
            <a:ext cx="5349240" cy="3520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4892040" cy="2276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생성한 데이터로 정상/이상을 1차로 거르는 gate를 학습시켜, 이 데이터가 실제로 쓸 만한지 봤습니다</a:t>
            </a:r>
          </a:p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ConvNeXtV2-Tiny에 Focal loss로 학습하고, 놓치는 쪽을 줄이려고 normal threshold를 높였습니다</a:t>
            </a:r>
          </a:p>
          <a:p>
            <a:pPr marL="420624" indent="-420624" lvl="1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200">
                <a:solidFill>
                  <a:srgbClr val="4A5666"/>
                </a:solidFill>
                <a:latin typeface="맑은 고딕"/>
                <a:ea typeface="맑은 고딕"/>
              </a:rPr>
              <a:t>이상이 걸리면 2차에서 유형(avg/std/spike/drift/context)을 나눠 봅니다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1차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정상/이상 선별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7852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7852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7852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2-stage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7852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이후 유형 진단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783080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결과 — 데이터가 학습된다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423160"/>
            <a:ext cx="5349240" cy="3520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06040"/>
            <a:ext cx="4892040" cy="2276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test 1,500에서 정상과 이상이 깔끔하게 갈렸습니다 (F1 0.9967, 이상 recall 0.9987, NT 0.9)</a:t>
            </a:r>
          </a:p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정상 750 중 4건 오탐, 이상 750 중 1건 놓침 정도였습니다</a:t>
            </a:r>
          </a:p>
          <a:p>
            <a:pPr marL="420624" indent="-420624" lvl="1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200">
                <a:solidFill>
                  <a:srgbClr val="4A5666"/>
                </a:solidFill>
                <a:latin typeface="맑은 고딕"/>
                <a:ea typeface="맑은 고딕"/>
              </a:rPr>
              <a:t>이 수치 자체가 목적이 아니라, 생성 데이터가 학습 가능하다는 신호입니다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92240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학습 가능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생성 데이터로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11412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11412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11412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F1 0.9967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1412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1차 gate (PoC)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robustness 점검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모델이 색이나 노이즈가 아니라 실제 패턴을 보게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PoC 수치보다, 모델이 trend의 진짜 모양을 보고 판단하는지가 더 중요했습니다. 두 가지로 점검했습니다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42616"/>
            <a:ext cx="5303520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70632"/>
            <a:ext cx="4809744" cy="3127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Smoothing window (median)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무엇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trend를 window 크기(1=원본 / 3 / 5)로 median 평활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왜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점마다 튀는 노이즈에 휘둘리지 않고 추세를 보게 하려고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현재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baseline은 원본 그대로, 3/5-median과 비교 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노이즈에 덜 민감하게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642616"/>
            <a:ext cx="5303520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770632"/>
            <a:ext cx="4809744" cy="3127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Color / alpha shortcut 점검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무엇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같은 데이터를 색과 투명도만 바꿔 렌더 (파랑/빨강, alpha 0.4/0.15)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왜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이상 패턴을 보는지, 색이나 대비 같은 쉬운 단서에 기대는지 확인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판단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색을 바꿔도 판정이 유지되면 패턴을 학습한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색이 아니라 패턴을 학습했는지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