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— Project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계측 trend 이상탐지 데이터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현장 계측 trend의 영역 구조와 노이즈, 이상 발생 방식을 domain knowledge로 코드화해 학습·평가 데이터를 만들고 1차 binary gate로 검증한 과제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 generator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5B9BD5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정상 baseline 위에 영역/노이즈/이상을 규칙으로 합성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이상 유형별 라벨이 희소한 계측 trend를, 도메인 규칙으로 정상 baseline과 이상을 합성해 검증 가능한 benchmark로 만들었습니다</a:t>
            </a:r>
          </a:p>
        </p:txBody>
      </p:sp>
      <p:pic>
        <p:nvPicPr>
          <p:cNvPr id="6" name="Picture 5" descr="p3_generator_top_re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4544" y="2560320"/>
            <a:ext cx="4583872" cy="13853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4009644"/>
            <a:ext cx="109728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정상 baseline(밀집/희소/결핍 영역) + 이상 합성 예시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567428"/>
            <a:ext cx="10972800" cy="1458468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695444"/>
            <a:ext cx="10479024" cy="12024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trend 생성 구성요소 — 무엇을, 왜 넣었나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영역(Region)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측정 빈도에 따라 밀집/희소/결핍이 실제로 교차하므로, 정상 baseline에 그대로 반영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노이즈(Noise)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계측 변동을 현장 현상으로 재현: Gaussian=산포 / Correlated=설비 변동 / Laplacian=계측 헌팅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이상(Anomaly 5종)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실제 불량 발생 방식을 라벨로 확보: avg / std / spike / drift /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053328"/>
            <a:ext cx="109728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정상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계측은 밀집/희소/결핍 영역이 섞여 나온다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계측 trend는 주기성이 없고 측정 빈도에 따라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밀집(dense) / 희소(sparse) / 결핍(missing)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영역이 랜덤하게 교차합니다. 실제 계측이 이렇게 나오므로 baseline 생성에 그대로 반영했습니다</a:t>
            </a:r>
          </a:p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한 chart를 12~25개 episode로 나누고 episode마다 영역 밀도를 확률로 샘플링합니다(밀집/희소/결핍 중심 5종). 신호 자체는 강한 평균회귀로 거의 평탄하게 두고, 변동은 노이즈로만 만들어 실제 계측과 비슷하게 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4161680" y="3090816"/>
            <a:ext cx="3929600" cy="253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end_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0680" y="3099816"/>
            <a:ext cx="3911600" cy="2514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001516" y="5614416"/>
            <a:ext cx="42499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정상 trend — episode별 영역 밀도 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밀집/희소/결핍 영역은 실제 계측 분포를 모사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계측 노이즈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계측 노이즈 3종 — 현장 현상에 매칭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계측값의 변동을 세 가지 노이즈로 표현했습니다. chart 하나는 한 가지 노이즈를 따르고, 영역별로 산포를 다르게 주지 않습니다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642616"/>
            <a:ext cx="3413760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70632"/>
            <a:ext cx="2919984" cy="3127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Gaussian — 기본 산포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분포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e_t ~ N(0, sigma^2)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현장 의미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일반적인 무작위 계측 산포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가장 흔한 기본 노이즈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53328"/>
            <a:ext cx="3413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기본 계측 산포</a:t>
            </a:r>
          </a:p>
        </p:txBody>
      </p:sp>
      <p:sp>
        <p:nvSpPr>
          <p:cNvPr id="9" name="Rectangle 8"/>
          <p:cNvSpPr/>
          <p:nvPr/>
        </p:nvSpPr>
        <p:spPr>
          <a:xfrm>
            <a:off x="4419600" y="2642616"/>
            <a:ext cx="3413760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3920" y="2770632"/>
            <a:ext cx="2919984" cy="3127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Correlated AR(1) — 설비 변동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분포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e_t = rho * e_(t-1) + (1-rho) * w_t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현장 의미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설비 이상이나 컨디션에 따라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시간적으로 끌리는(자기상관) 변동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9600" y="6053328"/>
            <a:ext cx="3413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설비 상태변동/컨디션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99120" y="2642616"/>
            <a:ext cx="3413760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73440" y="2770632"/>
            <a:ext cx="2919984" cy="3127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Laplacian — 계측 헌팅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분포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e_t ~ Laplace(0, b)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현장 의미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계측 미스 등 헌팅으로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가우시안보다 한 번씩 크게 튐(heavy-tail)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9120" y="6053328"/>
            <a:ext cx="3413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계측 미스/헌팅 spike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이상 합성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이상 합성 — 실제 불량 발생 방식 5종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정상 baseline 오른쪽 끝에 도메인 규칙으로 이상을 주입합니다(강도는 baseline 산포에 비례). context만 오른쪽 끝이 아니라 fleet 대비 전체 시계열이 벗어나는 형태입니다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31081" y="3538545"/>
            <a:ext cx="2029678" cy="131122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end_mean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1" y="3547545"/>
            <a:ext cx="2011678" cy="129322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5780" y="4932207"/>
            <a:ext cx="2240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avg — 평균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2871361" y="3538545"/>
            <a:ext cx="2029678" cy="131122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rend_standard_devi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1" y="3547545"/>
            <a:ext cx="2011678" cy="12932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66060" y="4932207"/>
            <a:ext cx="2240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std — 산포 확대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11641" y="3538545"/>
            <a:ext cx="2029678" cy="131122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rend_spi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1" y="3547545"/>
            <a:ext cx="2011678" cy="129322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06340" y="4932207"/>
            <a:ext cx="2240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spike — 순간 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51921" y="3538545"/>
            <a:ext cx="2029678" cy="131122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rend_drif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1" y="3547545"/>
            <a:ext cx="2011678" cy="129322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46620" y="4932207"/>
            <a:ext cx="2240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drift — 선형 추세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92201" y="3538545"/>
            <a:ext cx="2029678" cy="131122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rend_contex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1" y="3547545"/>
            <a:ext cx="2011678" cy="129322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486900" y="4932207"/>
            <a:ext cx="2240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context — fleet 대비 이탈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avg y=x+delta / std 산포 확대 / spike 일부 점 급등 / drift y=x+k(t-t0) / context legend(fleet) 대비 outlier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파이프라인/데이터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생성 파이프라인과 데이터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chart 정의부터 이미지 렌더까지 규칙 기반으로 생성하고, 이상 강도는 보이도록 floor 보정합니다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596896"/>
            <a:ext cx="5303520" cy="342900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24912"/>
            <a:ext cx="4809744" cy="3172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생성 파이프라인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① chart 정의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device x step x item, fleet legend(eqp/chamber/recipe)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② episode 조립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12~25개, 영역 밀도 샘플링(밀집/희소/결핍)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③ 노이즈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Gaussian / Correlated / Laplacian 중 1종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④ 이상 주입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평균이동/산포/spike/drift/context (오른쪽 끝)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⑤ 렌더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강도 floor 보정 → 학습/평가 trend 이미지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규칙 기반 생성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596896"/>
            <a:ext cx="5303520" cy="342900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724912"/>
            <a:ext cx="4809744" cy="3172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데이터 구성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규모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정상 3,500 + 이상 3,500 = 7,000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별도 test 1,500 (이상 5종 stratified)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평가 난이도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test/val은 이상 강도를 0.8배로 낮춰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더 어려운 평가셋 구성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정상 보호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정상은 fleet 중심에서 벗어나지 않게 강제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정상 3,500 + 이상 3,500 + test 1,500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1차 binary gate (PoC)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생성 데이터로 정상/이상 1차 판정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모델 — 1차 binary gate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423160"/>
            <a:ext cx="5349240" cy="35204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4892040" cy="2276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trend 이미지를 </a:t>
            </a:r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ConvNeXtV2-Tiny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로 정상/이상 2분류하며, </a:t>
            </a:r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놓침(FN) 최소화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가 목표입니다</a:t>
            </a:r>
          </a:p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Focal loss + EMA로 학습하고, normal threshold를 올려 FN을 더 줄입니다</a:t>
            </a:r>
          </a:p>
          <a:p>
            <a:pPr marL="420624" indent="-420624" lvl="1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200">
                <a:solidFill>
                  <a:srgbClr val="4A5666"/>
                </a:solidFill>
                <a:latin typeface="맑은 고딕"/>
                <a:ea typeface="맑은 고딕"/>
              </a:rPr>
              <a:t>이상이 잡히면 2차에서 유형(평균이동/산포/spike/drift/context) 진단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2-stage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binary gate → 유형 진단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7852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7852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7852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ConvNeXtV2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7852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Tiny backbone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783080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성과 — 생성셋 검증(PoC)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423160"/>
            <a:ext cx="5349240" cy="352044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06040"/>
            <a:ext cx="4892040" cy="2276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test 1,500에서 </a:t>
            </a:r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binary F1 0.9967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이상 recall 0.9987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(normal threshold 0.9)</a:t>
            </a:r>
          </a:p>
          <a:p>
            <a:pPr marL="274320" indent="-27432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정상 750 중 오탐 4건, 이상 750 중 놓침 1건 수준</a:t>
            </a:r>
          </a:p>
          <a:p>
            <a:pPr marL="420624" indent="-420624" lvl="1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200">
                <a:solidFill>
                  <a:srgbClr val="4A5666"/>
                </a:solidFill>
                <a:latin typeface="맑은 고딕"/>
                <a:ea typeface="맑은 고딕"/>
              </a:rPr>
              <a:t>FN을 유형별로 분해해 데이터 난이도와 threshold로 피드백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92240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F1 0.9967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binary gate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11412" y="5102352"/>
            <a:ext cx="2372868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11412" y="5102352"/>
            <a:ext cx="2372868" cy="6400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11412" y="5212080"/>
            <a:ext cx="23728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recall 0.9987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1412" y="5522976"/>
            <a:ext cx="23728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abnormal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