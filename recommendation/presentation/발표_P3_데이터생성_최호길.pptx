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53492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34924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310128"/>
            <a:ext cx="5020056" cy="2542032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5637276"/>
            <a:ext cx="4709160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3493008"/>
            <a:ext cx="13716" cy="2157984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4128" y="3566160"/>
            <a:ext cx="919886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584448"/>
            <a:ext cx="88331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334075" y="40978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7115" y="397594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98112" y="443179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8430" y="465213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2569" y="45374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602" y="40043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11964" y="514866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9334" y="421036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68935" y="53365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530000" y="44799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38777" y="39357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47659" y="431353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95157" y="404644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322199" y="513199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23370" y="476742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77815" y="444222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07289" y="39609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29670" y="418349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609909" y="45280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26582" y="47735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34139" y="432932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698081" y="49499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272392" y="47562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89846" y="52237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647849" y="43109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841809" y="40468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407016" y="50403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01136" y="46234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13894" y="490206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675022" y="475409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760817" y="43510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21431" y="47872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32160" y="45725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33347" y="533182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450317" y="48957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30496" y="495379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584171" y="540708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19390" y="430573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382005" y="490274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01018" y="458103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213563" y="404536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9170" y="50575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92604" y="42699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385412" y="482212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56668" y="44483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02220" y="483270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701094" y="481553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302477" y="44183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361696" y="483342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803133" y="418437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227153" y="425610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269250" y="44800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531467" y="428335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00297" y="442161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369422" y="45520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799718" y="466197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477200" y="45974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595643" y="409858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760241" y="47411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741801" y="475702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386465" y="44039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3587" y="461222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43157" y="411040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251139" y="419445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347901" y="409732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97451" y="41846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172059" y="437263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16074" y="482469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549852" y="418228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283195" y="435828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365670" y="415952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722951" y="492982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440717" y="447905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60577" y="414124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349804" y="428513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708151" y="419368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4301" y="48925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486608" y="418055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497601" y="407472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486499" y="491690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733555" y="466702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289723" y="43753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220390" y="47340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489803" y="47403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340245" y="424821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695368" y="492258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725672" y="476428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700396" y="47056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264388" y="45089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359331" y="407644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17869" y="429811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288293" y="466376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02237" y="44466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787870" y="492534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801121" y="437354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59762" y="42515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242253" y="423169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57220" y="484768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716686" y="447519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578528" y="47585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59762" y="463550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67791" y="474323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650138" y="447391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228851" y="474928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342347" y="475963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813397" y="440116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393104" y="488883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631460" y="420126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90908" y="418458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64161" y="476465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05011" y="478236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819771" y="46325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55532" y="453643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93815" y="406339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812831" y="462584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485373" y="487717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44014" y="3566160"/>
            <a:ext cx="91988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962302" y="3584448"/>
            <a:ext cx="88331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2339037" y="521844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642548" y="419140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198264" y="43187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189526" y="47749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204089" y="451468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104846" y="527794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277130" y="45755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454718" y="52690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328840" y="528991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391516" y="46900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408425" y="389241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2343922" y="414797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006492" y="51056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136774" y="459937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64446" y="47283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255623" y="46691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433129" y="508247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085534" y="473430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195680" y="42938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2600857" y="46525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2437993" y="50447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2709334" y="455236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477290" y="46492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399648" y="49401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2353376" y="469232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2373250" y="53268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2544352" y="522589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732303" y="42668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2436279" y="532962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2653258" y="40765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097534" y="455060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059570" y="423740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060014" y="490402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609888" y="52577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122927" y="49765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2514212" y="408559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2686393" y="536736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173319" y="534398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2311534" y="462077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2769196" y="515735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128357" y="45341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2402312" y="439048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61430" y="45264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549395" y="438206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425504" y="458531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030492" y="453270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2477003" y="46199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064548" y="484826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2598194" y="484179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094389" y="450087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046342" y="474876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216486" y="443521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328369" y="481269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2620758" y="449751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127251" y="481643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2437697" y="471082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083100" y="440043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524377" y="457800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070535" y="482569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2484751" y="475968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078884" y="478605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066267" y="478921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351599" y="453640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424777" y="482005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214580" y="44350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405505" y="448777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63900" y="3566160"/>
            <a:ext cx="919886" cy="2011680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2882188" y="3584448"/>
            <a:ext cx="88331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3008005" y="411430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962308" y="41769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164687" y="433746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3510870" y="431407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3310195" y="413988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191769" y="389157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117078" y="388719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3490433" y="47199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3069896" y="460134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3646358" y="402855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3556837" y="45351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3306260" y="516073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3227420" y="465097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3455360" y="539052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3188446" y="51571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3470046" y="485195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3236402" y="44036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965409" y="406514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78045" y="501503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3121058" y="411710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988691" y="517107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3596768" y="490568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3141434" y="423985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3150040" y="45775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3045200" y="455636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3126976" y="535841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3675739" y="47137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3112435" y="53644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3162796" y="44176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924162" y="44565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3290511" y="46448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3078810" y="464794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927165" y="42739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992767" y="448437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955568" y="389830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3158694" y="422523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376332" y="46859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3503940" y="488547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477215" y="522986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224658" y="437030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685104" y="409567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483529" y="486321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2863900" y="4480560"/>
            <a:ext cx="91988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3783786" y="3566160"/>
            <a:ext cx="91988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802074" y="3584448"/>
            <a:ext cx="88331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3877095" y="516178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533212" y="483851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4410916" y="512591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3950987" y="467751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233394" y="51612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465706" y="51479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95041" y="525122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371497" y="494110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4021100" y="391177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3946180" y="442405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3924383" y="516260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275288" y="483919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327659" y="492141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221731" y="386849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4460306" y="502650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4232311" y="469529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4353244" y="396601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4413188" y="425536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3900815" y="42761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407422" y="418234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415540" y="53801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4225331" y="445802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4213775" y="49261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4436536" y="482241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4340451" y="398376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3957267" y="425808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4418161" y="43365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4282432" y="38827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3890148" y="428114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4363070" y="493932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4365937" y="43154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4242804" y="45856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4203973" y="40475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4534543" y="41730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4599882" y="531872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3856763" y="45768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4477480" y="53682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4190909" y="428096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4005548" y="533323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4006222" y="476722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3952870" y="467798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4580244" y="40694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4461442" y="461828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4510560" y="471223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027469" y="480607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4215226" y="43846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3859584" y="461005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189151" y="45184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3960640" y="453872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4089889" y="477832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3858221" y="473511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4475367" y="443061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4539699" y="471691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4521397" y="451259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4131267" y="456235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4593054" y="465711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4122782" y="457932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059729" y="43959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3931898" y="47756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067444" y="482436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4040691" y="450095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233520" y="446432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4132098" y="483430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4508647" y="476467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4703672" y="3566160"/>
            <a:ext cx="919888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721960" y="3584448"/>
            <a:ext cx="883312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5251158" y="528323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5490817" y="471710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5319757" y="39402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5329644" y="456419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5345359" y="486518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4984514" y="393947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5480047" y="40612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5128382" y="439755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993459" y="50121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5518355" y="426776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5270575" y="433098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194243" y="44763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4892553" y="41146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923914" y="527163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5147637" y="420536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5464175" y="541234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5111190" y="408033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4911951" y="400435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5027639" y="40049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4948092" y="42649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5203755" y="52425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5343031" y="45050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5083281" y="467814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5054645" y="438906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4811116" y="42947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5511693" y="405900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5152526" y="484208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5430603" y="41990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4972765" y="424955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5072353" y="455641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5501063" y="518260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5438362" y="38972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4788051" y="496626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5456004" y="459902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5217338" y="386361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5065982" y="530407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5401770" y="519313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5515218" y="424957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847464" y="410331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167201" y="49236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491430" y="498526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5263886" y="505220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113876" y="45389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4805969" y="474323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4948234" y="486504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5252566" y="431968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4871136" y="42736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5245775" y="466913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4859466" y="41130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5163338" y="456673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5062843" y="424869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5219810" y="406005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4999047" y="445856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5483570" y="462133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5428172" y="447150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4949849" y="42694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484804" y="467450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5003378" y="407007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5144082" y="46477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5086379" y="427849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5268670" y="48696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4943967" y="40809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5025970" y="442304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5279881" y="422612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5364266" y="470502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5148923" y="423243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5491617" y="432670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81173" y="425509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4940029" y="472391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4994191" y="489337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5142206" y="421659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4941415" y="441992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5267151" y="489057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4884709" y="439905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4933769" y="491302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4881413" y="409667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4821144" y="439893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5438780" y="48328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5316847" y="49337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5463417" y="434221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4913547" y="487917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5326859" y="407902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5266514" y="438592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5052379" y="434439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4901570" y="405333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4983043" y="436188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5481046" y="416029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5487499" y="42343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5039662" y="477799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5382650" y="443357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4813127" y="44698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5051517" y="48646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919085" y="437320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5437915" y="407759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5079588" y="476936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41864" y="40867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4802511" y="410618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5454927" y="42782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5327580" y="484613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5026720" y="429182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5482648" y="459690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4970047" y="468511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5010074" y="42947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4779603" y="471964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5452262" y="46119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5472006" y="407226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4949185" y="447140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5481976" y="489513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5061688" y="427300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5093691" y="44875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5460840" y="421271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5368323" y="470445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6263640" y="2706624"/>
            <a:ext cx="53492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(b) Measurement noise  -  one type per chart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6263640" y="3017520"/>
            <a:ext cx="534924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colored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6263640" y="3273552"/>
            <a:ext cx="5349240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6373368" y="3300984"/>
            <a:ext cx="213969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8617305" y="3300984"/>
            <a:ext cx="267462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6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464808" y="3945636"/>
            <a:ext cx="4946904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6464808" y="3520440"/>
            <a:ext cx="13716" cy="4389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523012" y="383956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456949" y="36754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8033698" y="368805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322629" y="358377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7429003" y="383221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7676327" y="35785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620441" y="375837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8064416" y="391604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0823385" y="39188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763312" y="35856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6929914" y="373841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4090" y="371942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7611467" y="370832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521523" y="380317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153091" y="386690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739768" y="359931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12630" y="366295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257242" y="369214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104069" y="36280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7676929" y="364509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7211391" y="388061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313620" y="367495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8412239" y="39205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8962606" y="36399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452210" y="379551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355083" y="359236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8801526" y="385662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611072" y="389175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6652587" y="366291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7042674" y="36245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266086" y="376965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054401" y="36918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0737569" y="372022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7738859" y="384139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11131218" y="35936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402003" y="378320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7529592" y="369057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7152262" y="362984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7713954" y="37756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676535" y="36296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6509215" y="367529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808503" y="362289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7997323" y="36296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387100" y="37566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6765916" y="359201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8408415" y="375746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9614892" y="35882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7262676" y="381102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8480107" y="365908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7974567" y="390606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7998145" y="37635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8219864" y="370817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728264" y="39220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8252512" y="362734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0054423" y="362972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6481991" y="388705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8549195" y="38570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8462440" y="388012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6527139" y="378134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6692036" y="371806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6856933" y="362033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7021829" y="372043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7186726" y="3852557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7351623" y="387925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7516520" y="3627201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7681417" y="3665917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7846313" y="380218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8011210" y="365549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8176107" y="3687263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8341004" y="3674037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8505901" y="3928546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8670797" y="375720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8835694" y="365190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000591" y="366652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165488" y="365357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330385" y="394591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495281" y="3715948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660178" y="368765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9825075" y="3511845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989972" y="381426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154869" y="375958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19765" y="372761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484662" y="3653163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49559" y="376956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814456" y="3630295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979353" y="379974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144249" y="370738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309146" y="3776931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6263640" y="4187952"/>
            <a:ext cx="5349240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TextBox 518"/>
          <p:cNvSpPr txBox="1"/>
          <p:nvPr/>
        </p:nvSpPr>
        <p:spPr>
          <a:xfrm>
            <a:off x="6373368" y="4215384"/>
            <a:ext cx="213969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Correlated AR(1)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8617305" y="4215384"/>
            <a:ext cx="267462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6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521" name="Rectangle 520"/>
          <p:cNvSpPr/>
          <p:nvPr/>
        </p:nvSpPr>
        <p:spPr>
          <a:xfrm>
            <a:off x="6464808" y="4860036"/>
            <a:ext cx="4946904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6464808" y="4434840"/>
            <a:ext cx="13716" cy="4389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10340324" y="455091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8453867" y="47810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10554832" y="45364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7532023" y="461641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9014885" y="461045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7061670" y="456012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038846" y="479985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6656233" y="467636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200009" y="448309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0599437" y="45124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9418687" y="46718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9554839" y="45819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8530976" y="46838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8559015" y="47119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8663145" y="463065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6568556" y="469721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8874438" y="455577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0230204" y="475660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8720032" y="45352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8793889" y="450851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7088379" y="46277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6906617" y="463198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8976639" y="448406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9601313" y="449936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10081377" y="475574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8983172" y="44890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8945784" y="460835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1156773" y="451924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0692764" y="48362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10074472" y="476951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7411172" y="483098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8886154" y="48217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984488" y="452991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352968" y="481213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6777023" y="459841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193669" y="452757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0888004" y="457042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0487747" y="452197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8937344" y="48081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7483476" y="456595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8956088" y="458667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6635130" y="45361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7250507" y="481427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9815232" y="479916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7287671" y="475840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7022204" y="466470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9600728" y="460168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10771331" y="467372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9322341" y="479441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6970410" y="483512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9568363" y="461439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10398920" y="456665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11352820" y="468190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8235050" y="475094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8640845" y="453420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10131412" y="44868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10508513" y="456255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9615169" y="483184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6527139" y="4697685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6692036" y="4719687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6856933" y="470722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7021829" y="469375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7186726" y="4661944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7351623" y="4653950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7516520" y="468527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7681417" y="470745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7846313" y="478412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8011210" y="476612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8176107" y="4724238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8341004" y="468803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8505901" y="468535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8670797" y="4685339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8835694" y="463927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9000591" y="4639692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9165488" y="4610072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9330385" y="459222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9495281" y="459291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9660178" y="4548128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9825075" y="458934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9989972" y="461427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10154869" y="4653345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10319765" y="4684935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10484662" y="4613237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10649559" y="4546010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10814456" y="456290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10979353" y="455414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11144249" y="4521774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11309146" y="451049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6263640" y="5102352"/>
            <a:ext cx="5349240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6373368" y="5129784"/>
            <a:ext cx="213969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8617305" y="5129784"/>
            <a:ext cx="267462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6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614" name="Rectangle 613"/>
          <p:cNvSpPr/>
          <p:nvPr/>
        </p:nvSpPr>
        <p:spPr>
          <a:xfrm>
            <a:off x="6464808" y="5774436"/>
            <a:ext cx="4946904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6464808" y="5349240"/>
            <a:ext cx="13716" cy="4389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10763087" y="567180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8441343" y="548086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6509790" y="562122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9234719" y="551260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9646662" y="55470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11088947" y="56538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7682211" y="57165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6670594" y="557940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8461308" y="547106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6741717" y="56705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6514015" y="558655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11107564" y="543589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7439918" y="560762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8960745" y="56199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10476637" y="544782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7983406" y="54941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6692800" y="571132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10326219" y="564719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6484330" y="569476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10139291" y="55549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10122311" y="555026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7570666" y="542225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7602070" y="539775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8112686" y="565982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9891559" y="569510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9973554" y="54815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9192455" y="55442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10353307" y="557635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7765316" y="562013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11227379" y="546344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10806420" y="538905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7740939" y="547048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10132817" y="57317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10144060" y="550395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10807011" y="550457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7636060" y="57180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9572913" y="563887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9743780" y="574438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8775457" y="569302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9903971" y="56995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8615776" y="56505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9274340" y="549690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7501496" y="561298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6837801" y="57192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7168218" y="539335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6980648" y="572592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8158928" y="54357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6595058" y="539879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9879271" y="56171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9900951" y="565508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6778255" y="56011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8250656" y="568486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10507222" y="571204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6779161" y="570338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10976413" y="573159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6982813" y="545928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7006824" y="53961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10646496" y="568281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6527139" y="5605345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6692036" y="561095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6856933" y="5580111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7021829" y="558187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7186726" y="554600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7351623" y="554972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7516520" y="5558396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7681417" y="558449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7846313" y="557584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8011210" y="5524436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8176107" y="5531398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8341004" y="5555830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8505901" y="557144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8670797" y="5502294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8835694" y="5581456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9000591" y="553563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9165488" y="5517020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9330385" y="556933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9495281" y="552911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9660178" y="5600684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9825075" y="552221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9989972" y="5552191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10154869" y="561804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10319765" y="553486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10484662" y="559244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10649559" y="5512292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10814456" y="5347558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10979353" y="5762327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11144249" y="5389035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11309146" y="5716242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706" name="TextBox 70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 비교와 누적 개선 (F1 / FN / FP)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동일 데이터·프로토콜에서 백본을 교체한 backbone sweep 과, baseline 에 옵션을 누적 적용한 뒤 최적 백본까지 반영한 단계별 개선을 비교했습니다 (binary gate, 5-seed)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59235" y="2459880"/>
            <a:ext cx="5734490" cy="1595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8235" y="2468880"/>
            <a:ext cx="5716490" cy="1577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59235" y="4357260"/>
            <a:ext cx="5734490" cy="1595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3_pro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8235" y="4366260"/>
            <a:ext cx="5716490" cy="15773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binary gate 기준 — baseline F1 0.9967(FN1/FP4) → 5-seed best 0.9987(FN0/FP2), threshold 0.9 · 백본/조건별 세부는 추가 실험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checkpoint 평활화(smoothing window)와 color 변경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val F1 을 median window 로 평활화해 불안정한 spike epoch 대신 안정적인 checkpoint 를 선택하고(test↑), rendering color 변경으로 target 분리도를 높였습니다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1080" y="3213802"/>
            <a:ext cx="5348952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smooth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22802"/>
            <a:ext cx="5330952" cy="2423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72928" y="3213802"/>
            <a:ext cx="5348952" cy="2441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3_color_before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3222802"/>
            <a:ext cx="5330952" cy="2423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baseline 에서 시작해 단변수에서 검증한 옵션을 하나씩 누적 적용하고 최적 백본까지 반영하면, F1 이 0.9967→0.9987로 오르고 놓친 불량(FN)과 오경보(FP)가 함께 줄어듭니다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5963" y="2459880"/>
            <a:ext cx="8561034" cy="3767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cumulativ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963" y="2468880"/>
            <a:ext cx="8543034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