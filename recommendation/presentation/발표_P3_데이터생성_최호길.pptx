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현장 계측 trend의 영역 구조와 노이즈, 이상 발생 방식을 domain knowledge로 코드화해 학습·평가 데이터를 만들고 1차 binary gate로 검증한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유형별 라벨 부족 → 도메인 규칙으로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실 계측 trend는 정상은 많지만 이상은 드물고, 평균이동/산포/spike/drift 같은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이상 유형별 라벨이 희소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해 모델 학습과 평가가 어렵습니다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본인이 BBD담당, Overlay담당, CD담당으로 쌓은 trend 분석 경험을 바탕으로 계측 trend의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영역 구조, 노이즈, 이상 발생 방식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을 generator 규칙으로 옮겨 검증 가능한 benchmark를 만들었습니다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957199" y="3090816"/>
            <a:ext cx="8338561" cy="253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generator_top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199" y="3099816"/>
            <a:ext cx="8320561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97035" y="5614416"/>
            <a:ext cx="865888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정상 baseline(밀집/희소/결핍 영역) 위에 이상 4종(평균이동 / 산포 / spike / drift)을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정상 신호 생성 → 노이즈 → 이상 주입 → 학습/평가 trend 이미지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정상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계측은 밀집/희소/결핍 영역이 섞여 나온다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계측 trend는 주기성이 없고 측정 빈도에 따라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밀집(dense) / 희소(sparse) / 결핍(missing)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영역이 랜덤하게 교차합니다. 실제 계측이 이렇게 나오므로 baseline 생성에 그대로 반영했습니다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한 chart를 12~25개 episode로 나누고 episode마다 영역 밀도를 확률로 샘플링합니다(밀집/희소/결핍 중심 5종). 신호 자체는 강한 평균회귀로 거의 평탄하게 두고, 변동은 노이즈로만 만들어 실제 계측과 비슷하게 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1680" y="3090816"/>
            <a:ext cx="3929600" cy="253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680" y="3099816"/>
            <a:ext cx="391160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01516" y="5614416"/>
            <a:ext cx="4249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정상 trend — episode별 영역 밀도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밀집/희소/결핍 영역은 실제 계측 분포를 모사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계측 노이즈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계측 노이즈 3종 — 현장 현상에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계측값의 변동을 세 가지 노이즈로 표현했습니다. chart 하나는 한 가지 노이즈를 따르고, 영역별로 산포를 다르게 주지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42616"/>
            <a:ext cx="341376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70632"/>
            <a:ext cx="291998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Gaussian — 기본 산포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분포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e_t ~ N(0, sigma^2)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현장 의미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일반적인 무작위 계측 산포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가장 흔한 기본 노이즈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3413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기본 계측 산포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9600" y="2642616"/>
            <a:ext cx="341376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3920" y="2770632"/>
            <a:ext cx="291998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Correlated AR(1) — 설비 변동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분포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e_t = rho * e_(t-1) + (1-rho) * w_t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현장 의미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설비 이상이나 컨디션에 따라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시간적으로 끌리는(자기상관)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6053328"/>
            <a:ext cx="3413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설비 상태변동/컨디션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9120" y="2642616"/>
            <a:ext cx="341376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3440" y="2770632"/>
            <a:ext cx="291998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Laplacian — 계측 헌팅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분포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e_t ~ Laplace(0, b)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현장 의미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계측 미스 등 헌팅으로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가우시안보다 한 번씩 크게 튐(heavy-tail)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120" y="6053328"/>
            <a:ext cx="3413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계측 미스/헌팅 spike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이상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합성 — 실제 불량 발생 방식 5종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 baseline 오른쪽 끝에 도메인 규칙으로 이상을 주입합니다. 강도는 각 series의 baseline 산포에 비례하고, 너무 약하면 보이도록 보정합니다(context는 fleet 대비 전체 이탈)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1081" y="3350579"/>
            <a:ext cx="2589748" cy="16712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3359579"/>
            <a:ext cx="2571748" cy="16532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5104286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Mean Shift — 평균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1431" y="3350579"/>
            <a:ext cx="2589748" cy="16712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standard_dev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1" y="3359579"/>
            <a:ext cx="2571748" cy="16532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26130" y="5104286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Std 변화 — 산포 확대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781" y="3350579"/>
            <a:ext cx="2589748" cy="16712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1" y="3359579"/>
            <a:ext cx="2571748" cy="1653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5104286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Spike — 순간 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32131" y="3350579"/>
            <a:ext cx="2589748" cy="16712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end_dri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1" y="3359579"/>
            <a:ext cx="2571748" cy="165326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26830" y="5104286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Drift — 선형 추세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mean_shift y=x+delta / std 산포 확대 / spike 일부 점 급등 / drift y=x+k(t-t0) / context legend 대비 outlier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파이프라인/데이터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파이프라인과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chart 정의부터 이미지 렌더까지 규칙 기반으로 생성하고, 이상 강도는 보이도록 floor 보정합니다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12~25개, 영역 밀도 샘플링(밀집/희소/결핍)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 / Correlated / Laplacian 중 1종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평균이동/산포/spike/drift/context (오른쪽 끝)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강도 floor 보정 → 학습/평가 trend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규칙 기반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stratified)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test/val은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더 어려운 평가셋 구성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정상/이상 1차 판정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1차 binary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로 정상/이상 2분류하며,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놓침(FN) 최소화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가 목표입니다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Focal loss + EMA로 학습하고, normal threshold를 올려 FN을 더 줄입니다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이상이 잡히면 2차에서 유형(평균이동/산포/spike/drift/context) 진단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2-stage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 → 유형 진단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ConvNeXtV2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Tiny backbone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성과 — 생성셋 검증(PoC)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test 1,500에서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recall 0.9987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(normal threshold 0.9)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750 중 오탐 4건, 이상 750 중 놓침 1건 수준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FN을 유형별로 분해해 데이터 난이도와 threshold로 피드백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abnormal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